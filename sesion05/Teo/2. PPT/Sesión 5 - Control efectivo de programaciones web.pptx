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24"/>
  </p:notesMasterIdLst>
  <p:sldIdLst>
    <p:sldId id="256" r:id="rId3"/>
    <p:sldId id="258" r:id="rId4"/>
    <p:sldId id="259" r:id="rId5"/>
    <p:sldId id="260" r:id="rId6"/>
    <p:sldId id="261" r:id="rId7"/>
    <p:sldId id="275" r:id="rId8"/>
    <p:sldId id="276" r:id="rId9"/>
    <p:sldId id="277" r:id="rId10"/>
    <p:sldId id="274" r:id="rId11"/>
    <p:sldId id="278" r:id="rId12"/>
    <p:sldId id="280" r:id="rId13"/>
    <p:sldId id="279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72" r:id="rId22"/>
    <p:sldId id="273" r:id="rId23"/>
  </p:sldIdLst>
  <p:sldSz cx="12192000" cy="6858000"/>
  <p:notesSz cx="6858000" cy="9144000"/>
  <p:embeddedFontLst>
    <p:embeddedFont>
      <p:font typeface="IBM Plex Mono Medium" panose="020B0609050203000203" pitchFamily="49" charset="0"/>
      <p:regular r:id="rId25"/>
      <p:bold r:id="rId26"/>
      <p:italic r:id="rId27"/>
      <p:boldItalic r:id="rId28"/>
    </p:embeddedFont>
    <p:embeddedFont>
      <p:font typeface="Montserrat" panose="02000505000000020004" pitchFamily="2" charset="0"/>
      <p:regular r:id="rId29"/>
      <p:bold r:id="rId30"/>
      <p:italic r:id="rId31"/>
      <p:boldItalic r:id="rId32"/>
    </p:embeddedFont>
    <p:embeddedFont>
      <p:font typeface="Montserrat ExtraBold" panose="00000900000000000000" pitchFamily="2" charset="0"/>
      <p:bold r:id="rId33"/>
      <p:boldItalic r:id="rId34"/>
    </p:embeddedFont>
    <p:embeddedFont>
      <p:font typeface="Montserrat Medium" panose="00000600000000000000" pitchFamily="2" charset="0"/>
      <p:regular r:id="rId35"/>
      <p:bold r:id="rId36"/>
      <p:italic r:id="rId37"/>
      <p:boldItalic r:id="rId38"/>
    </p:embeddedFont>
    <p:embeddedFont>
      <p:font typeface="Montserrat SemiBold" panose="00000700000000000000" pitchFamily="2" charset="0"/>
      <p:regular r:id="rId39"/>
      <p:bold r:id="rId40"/>
      <p:italic r:id="rId41"/>
      <p:boldItalic r:id="rId42"/>
    </p:embeddedFont>
    <p:embeddedFont>
      <p:font typeface="Poppins" panose="00000500000000000000" pitchFamily="2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50">
          <p15:clr>
            <a:srgbClr val="A4A3A4"/>
          </p15:clr>
        </p15:guide>
        <p15:guide id="2" pos="656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0" roundtripDataSignature="AMtx7miHM89zVPFBpeczq/H1/pqi70xX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61" autoAdjust="0"/>
    <p:restoredTop sz="94660"/>
  </p:normalViewPr>
  <p:slideViewPr>
    <p:cSldViewPr snapToGrid="0">
      <p:cViewPr varScale="1">
        <p:scale>
          <a:sx n="79" d="100"/>
          <a:sy n="79" d="100"/>
        </p:scale>
        <p:origin x="178" y="62"/>
      </p:cViewPr>
      <p:guideLst>
        <p:guide orient="horz" pos="550"/>
        <p:guide pos="65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19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50" Type="http://customschemas.google.com/relationships/presentationmetadata" Target="meta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5.fntdata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font" Target="fonts/font22.fntdata"/><Relationship Id="rId20" Type="http://schemas.openxmlformats.org/officeDocument/2006/relationships/slide" Target="slides/slide18.xml"/><Relationship Id="rId41" Type="http://schemas.openxmlformats.org/officeDocument/2006/relationships/font" Target="fonts/font17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ada6b3ec7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g2ada6b3ec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2" name="Google Shape;1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0fcd679d50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completar nombre de los temas de la sesiòn 1</a:t>
            </a:r>
            <a:endParaRPr/>
          </a:p>
        </p:txBody>
      </p:sp>
      <p:sp>
        <p:nvSpPr>
          <p:cNvPr id="220" name="Google Shape;220;g20fcd679d50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0" name="Google Shape;2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45064D19-8185-92BE-1ACF-F58CDBF6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:notes">
            <a:extLst>
              <a:ext uri="{FF2B5EF4-FFF2-40B4-BE49-F238E27FC236}">
                <a16:creationId xmlns:a16="http://schemas.microsoft.com/office/drawing/2014/main" id="{64D53EE0-BF9E-0746-C476-DEA5EFCDE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id="{ADA8654C-E4DF-DF5F-5E10-CFCE31BBDB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9252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D74677E9-CD96-C39D-FD83-9FA3B2670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:notes">
            <a:extLst>
              <a:ext uri="{FF2B5EF4-FFF2-40B4-BE49-F238E27FC236}">
                <a16:creationId xmlns:a16="http://schemas.microsoft.com/office/drawing/2014/main" id="{064452D4-D770-AD13-F378-198BEE7A0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id="{090FEA69-553F-4579-7452-3C7F564F34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1730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93D161BE-AEF8-BF47-D0D7-ED0B87D13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:notes">
            <a:extLst>
              <a:ext uri="{FF2B5EF4-FFF2-40B4-BE49-F238E27FC236}">
                <a16:creationId xmlns:a16="http://schemas.microsoft.com/office/drawing/2014/main" id="{D0D145A0-5A6F-277F-C532-06D536E0A8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0" name="Google Shape;230;p1:notes">
            <a:extLst>
              <a:ext uri="{FF2B5EF4-FFF2-40B4-BE49-F238E27FC236}">
                <a16:creationId xmlns:a16="http://schemas.microsoft.com/office/drawing/2014/main" id="{C182A95E-E03D-4A2A-A944-53EFFD4909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81683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>
          <a:extLst>
            <a:ext uri="{FF2B5EF4-FFF2-40B4-BE49-F238E27FC236}">
              <a16:creationId xmlns:a16="http://schemas.microsoft.com/office/drawing/2014/main" id="{00B779A2-EB34-06BD-ACAA-A016A5703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ae66c03690_0_30:notes">
            <a:extLst>
              <a:ext uri="{FF2B5EF4-FFF2-40B4-BE49-F238E27FC236}">
                <a16:creationId xmlns:a16="http://schemas.microsoft.com/office/drawing/2014/main" id="{251BF5CF-CACB-E320-CD1C-5312388DE8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5" name="Google Shape;295;g2ae66c03690_0_30:notes">
            <a:extLst>
              <a:ext uri="{FF2B5EF4-FFF2-40B4-BE49-F238E27FC236}">
                <a16:creationId xmlns:a16="http://schemas.microsoft.com/office/drawing/2014/main" id="{E80CEFC8-34A5-73B0-3740-586C5A09A2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59188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>
          <a:extLst>
            <a:ext uri="{FF2B5EF4-FFF2-40B4-BE49-F238E27FC236}">
              <a16:creationId xmlns:a16="http://schemas.microsoft.com/office/drawing/2014/main" id="{171AE1B1-1A6D-99C5-9E95-98E7853A4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ae66c03690_0_30:notes">
            <a:extLst>
              <a:ext uri="{FF2B5EF4-FFF2-40B4-BE49-F238E27FC236}">
                <a16:creationId xmlns:a16="http://schemas.microsoft.com/office/drawing/2014/main" id="{64E3226D-1491-D99B-8DDC-66F54837AE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5" name="Google Shape;295;g2ae66c03690_0_30:notes">
            <a:extLst>
              <a:ext uri="{FF2B5EF4-FFF2-40B4-BE49-F238E27FC236}">
                <a16:creationId xmlns:a16="http://schemas.microsoft.com/office/drawing/2014/main" id="{8F292920-31D0-ADF6-52AB-16ED3FB20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33570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>
          <a:extLst>
            <a:ext uri="{FF2B5EF4-FFF2-40B4-BE49-F238E27FC236}">
              <a16:creationId xmlns:a16="http://schemas.microsoft.com/office/drawing/2014/main" id="{6A783B02-FC7A-4D17-3BAD-B36BA82F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ae66c03690_0_30:notes">
            <a:extLst>
              <a:ext uri="{FF2B5EF4-FFF2-40B4-BE49-F238E27FC236}">
                <a16:creationId xmlns:a16="http://schemas.microsoft.com/office/drawing/2014/main" id="{C9264175-CE6F-27EA-41DD-285D64EA68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5" name="Google Shape;295;g2ae66c03690_0_30:notes">
            <a:extLst>
              <a:ext uri="{FF2B5EF4-FFF2-40B4-BE49-F238E27FC236}">
                <a16:creationId xmlns:a16="http://schemas.microsoft.com/office/drawing/2014/main" id="{B8CEB8E2-A54E-F62F-DB9E-00FC08A0C8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9807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>
          <a:extLst>
            <a:ext uri="{FF2B5EF4-FFF2-40B4-BE49-F238E27FC236}">
              <a16:creationId xmlns:a16="http://schemas.microsoft.com/office/drawing/2014/main" id="{3A519031-9149-6AFD-43B4-01731122C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ae66c03690_0_30:notes">
            <a:extLst>
              <a:ext uri="{FF2B5EF4-FFF2-40B4-BE49-F238E27FC236}">
                <a16:creationId xmlns:a16="http://schemas.microsoft.com/office/drawing/2014/main" id="{8695DEBE-D3C3-1ABF-DAC4-8B928F1CA4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5" name="Google Shape;295;g2ae66c03690_0_30:notes">
            <a:extLst>
              <a:ext uri="{FF2B5EF4-FFF2-40B4-BE49-F238E27FC236}">
                <a16:creationId xmlns:a16="http://schemas.microsoft.com/office/drawing/2014/main" id="{0FF33AEE-04F1-1666-CC6C-613E92BF3C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974465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completar nombre de los temas de la sesiòn 1</a:t>
            </a:r>
            <a:endParaRPr/>
          </a:p>
        </p:txBody>
      </p:sp>
      <p:sp>
        <p:nvSpPr>
          <p:cNvPr id="243" name="Google Shape;24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ada6b3ec75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3" name="Google Shape;253;g2ada6b3ec75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ada6b3ec75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completar nombre de los temas de la sesiòn 1</a:t>
            </a:r>
            <a:endParaRPr/>
          </a:p>
        </p:txBody>
      </p:sp>
      <p:sp>
        <p:nvSpPr>
          <p:cNvPr id="264" name="Google Shape;264;g2ada6b3ec75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ada6b3ec75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4" name="Google Shape;274;g2ada6b3ec75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ee9218af0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completar nombre de los temas de la sesiòn 1</a:t>
            </a:r>
            <a:endParaRPr/>
          </a:p>
        </p:txBody>
      </p:sp>
      <p:sp>
        <p:nvSpPr>
          <p:cNvPr id="285" name="Google Shape;285;g1ee9218af0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ae66c0369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5" name="Google Shape;295;g2ae66c0369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aec3b0e815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g2aec3b0e815_0_5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1" name="Google Shape;3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8" name="Google Shape;39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4" name="Google Shape;54;p3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5" name="Google Shape;55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4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- Diapositiva interna 1">
  <p:cSld name="TITLE_1_6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g2ae66c03690_0_8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80333" y="312800"/>
            <a:ext cx="343471" cy="26446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2ae66c03690_0_880"/>
          <p:cNvSpPr txBox="1">
            <a:spLocks noGrp="1"/>
          </p:cNvSpPr>
          <p:nvPr>
            <p:ph type="subTitle" idx="1"/>
          </p:nvPr>
        </p:nvSpPr>
        <p:spPr>
          <a:xfrm>
            <a:off x="415600" y="190633"/>
            <a:ext cx="4911900" cy="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9pPr>
          </a:lstStyle>
          <a:p>
            <a:endParaRPr/>
          </a:p>
        </p:txBody>
      </p:sp>
      <p:sp>
        <p:nvSpPr>
          <p:cNvPr id="80" name="Google Shape;80;g2ae66c03690_0_880"/>
          <p:cNvSpPr txBox="1">
            <a:spLocks noGrp="1"/>
          </p:cNvSpPr>
          <p:nvPr>
            <p:ph type="title"/>
          </p:nvPr>
        </p:nvSpPr>
        <p:spPr>
          <a:xfrm>
            <a:off x="1208400" y="1013233"/>
            <a:ext cx="977520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9pPr>
          </a:lstStyle>
          <a:p>
            <a:endParaRPr/>
          </a:p>
        </p:txBody>
      </p:sp>
      <p:sp>
        <p:nvSpPr>
          <p:cNvPr id="81" name="Google Shape;81;g2ae66c03690_0_880"/>
          <p:cNvSpPr txBox="1">
            <a:spLocks noGrp="1"/>
          </p:cNvSpPr>
          <p:nvPr>
            <p:ph type="body" idx="2"/>
          </p:nvPr>
        </p:nvSpPr>
        <p:spPr>
          <a:xfrm>
            <a:off x="1289133" y="2399500"/>
            <a:ext cx="7562700" cy="30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4DE3"/>
              </a:buClr>
              <a:buSzPts val="1900"/>
              <a:buFont typeface="Poppins"/>
              <a:buChar char="➔"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114DE5"/>
              </a:buClr>
              <a:buSzPts val="1600"/>
              <a:buChar char="◆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124DE3"/>
              </a:buClr>
              <a:buSzPts val="1600"/>
              <a:buChar char="●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◆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◆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●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aec3b0e815_0_47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g2aec3b0e815_0_47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g2aec3b0e815_0_47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2aec3b0e815_0_47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g2aec3b0e815_0_4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aec3b0e815_0_47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g2aec3b0e815_0_47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7" name="Google Shape;97;g2aec3b0e815_0_47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g2aec3b0e815_0_47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g2aec3b0e815_0_4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aec3b0e815_0_48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2aec3b0e815_0_48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g2aec3b0e815_0_48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2aec3b0e815_0_4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aec3b0e815_0_490"/>
          <p:cNvSpPr txBox="1">
            <a:spLocks noGrp="1"/>
          </p:cNvSpPr>
          <p:nvPr>
            <p:ph type="title"/>
          </p:nvPr>
        </p:nvSpPr>
        <p:spPr>
          <a:xfrm>
            <a:off x="3252600" y="3116677"/>
            <a:ext cx="56868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6133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07" name="Google Shape;107;g2aec3b0e815_0_490"/>
          <p:cNvSpPr txBox="1">
            <a:spLocks noGrp="1"/>
          </p:cNvSpPr>
          <p:nvPr>
            <p:ph type="subTitle" idx="1"/>
          </p:nvPr>
        </p:nvSpPr>
        <p:spPr>
          <a:xfrm>
            <a:off x="4177867" y="5013669"/>
            <a:ext cx="38364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08" name="Google Shape;108;g2aec3b0e815_0_490"/>
          <p:cNvSpPr txBox="1">
            <a:spLocks noGrp="1"/>
          </p:cNvSpPr>
          <p:nvPr>
            <p:ph type="title" idx="2"/>
          </p:nvPr>
        </p:nvSpPr>
        <p:spPr>
          <a:xfrm>
            <a:off x="4109800" y="1093767"/>
            <a:ext cx="3972300" cy="17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4666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SECTION_HEADER 2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aec3b0e815_0_49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2aec3b0e815_0_49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g2aec3b0e815_0_49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2aec3b0e815_0_4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2aec3b0e815_0_4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aec3b0e815_0_50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2aec3b0e815_0_50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g2aec3b0e815_0_50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g2aec3b0e815_0_50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2aec3b0e815_0_50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2aec3b0e815_0_5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aec3b0e815_0_50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2aec3b0e815_0_50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5" name="Google Shape;125;g2aec3b0e815_0_50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g2aec3b0e815_0_50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7" name="Google Shape;127;g2aec3b0e815_0_50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g2aec3b0e815_0_50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g2aec3b0e815_0_50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g2aec3b0e815_0_50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aec3b0e815_0_5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g2aec3b0e815_0_5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g2aec3b0e815_0_5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aec3b0e815_0_5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g2aec3b0e815_0_5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8" name="Google Shape;138;g2aec3b0e815_0_5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9" name="Google Shape;139;g2aec3b0e815_0_5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g2aec3b0e815_0_5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2aec3b0e815_0_5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aec3b0e815_0_5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g2aec3b0e815_0_5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g2aec3b0e815_0_5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6" name="Google Shape;146;g2aec3b0e815_0_5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g2aec3b0e815_0_5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2aec3b0e815_0_5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aec3b0e815_0_5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g2aec3b0e815_0_534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g2aec3b0e815_0_5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g2aec3b0e815_0_5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g2aec3b0e815_0_5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aec3b0e815_0_540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g2aec3b0e815_0_540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g2aec3b0e815_0_5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g2aec3b0e815_0_5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g2aec3b0e815_0_5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ec3b0e815_0_4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g2aec3b0e815_0_46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g2aec3b0e815_0_4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g2aec3b0e815_0_4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g2aec3b0e815_0_4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jpg"/><Relationship Id="rId5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2ada6b3ec75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g2ada6b3ec75_0_0"/>
          <p:cNvGrpSpPr/>
          <p:nvPr/>
        </p:nvGrpSpPr>
        <p:grpSpPr>
          <a:xfrm>
            <a:off x="-19874" y="-180800"/>
            <a:ext cx="7014451" cy="7098825"/>
            <a:chOff x="818326" y="-180800"/>
            <a:chExt cx="7014451" cy="7098825"/>
          </a:xfrm>
        </p:grpSpPr>
        <p:pic>
          <p:nvPicPr>
            <p:cNvPr id="168" name="Google Shape;168;g2ada6b3ec75_0_0"/>
            <p:cNvPicPr preferRelativeResize="0"/>
            <p:nvPr/>
          </p:nvPicPr>
          <p:blipFill rotWithShape="1">
            <a:blip r:embed="rId4">
              <a:alphaModFix/>
            </a:blip>
            <a:srcRect l="10897"/>
            <a:stretch/>
          </p:blipFill>
          <p:spPr>
            <a:xfrm>
              <a:off x="818326" y="-180800"/>
              <a:ext cx="7014451" cy="7098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g2ada6b3ec75_0_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65401" y="235434"/>
              <a:ext cx="1153418" cy="13200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g2ada6b3ec75_0_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894046" y="6126013"/>
              <a:ext cx="520640" cy="5138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g2ada6b3ec75_0_0"/>
          <p:cNvSpPr txBox="1"/>
          <p:nvPr/>
        </p:nvSpPr>
        <p:spPr>
          <a:xfrm>
            <a:off x="292750" y="3153900"/>
            <a:ext cx="50628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Programación Web con HTML &amp; CSS</a:t>
            </a:r>
            <a:endParaRPr sz="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2ada6b3ec75_0_0"/>
          <p:cNvSpPr txBox="1"/>
          <p:nvPr/>
        </p:nvSpPr>
        <p:spPr>
          <a:xfrm>
            <a:off x="446494" y="4362979"/>
            <a:ext cx="350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1" i="0" u="none" strike="noStrike" cap="none">
                <a:solidFill>
                  <a:srgbClr val="FFC3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CURSO APLICATIVO</a:t>
            </a:r>
            <a:endParaRPr sz="2000" b="1" i="0" u="none" strike="noStrike" cap="none">
              <a:solidFill>
                <a:srgbClr val="FFC3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73" name="Google Shape;173;g2ada6b3ec75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88437" y="198408"/>
            <a:ext cx="1420497" cy="67204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2ada6b3ec75_0_0"/>
          <p:cNvSpPr txBox="1"/>
          <p:nvPr/>
        </p:nvSpPr>
        <p:spPr>
          <a:xfrm>
            <a:off x="573897" y="4967669"/>
            <a:ext cx="13176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1000" b="0" i="1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Avalado por:</a:t>
            </a:r>
            <a:endParaRPr sz="1000" b="0" i="1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g2ada6b3ec75_0_0"/>
          <p:cNvSpPr txBox="1"/>
          <p:nvPr/>
        </p:nvSpPr>
        <p:spPr>
          <a:xfrm>
            <a:off x="459395" y="6544597"/>
            <a:ext cx="4729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s-ES" sz="800" b="0" i="0" u="none" strike="noStrike" cap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Derechos reservados WE Educación Ejecutiva: S001303560 / Registro INDECOPI</a:t>
            </a:r>
            <a:endParaRPr sz="800" b="0" i="0" u="none" strike="noStrike" cap="non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800" b="0" i="0" u="none" strike="noStrike" cap="non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g2ada6b3ec75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9950" y="5284363"/>
            <a:ext cx="1147050" cy="42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2ada6b3ec75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14338" y="5293188"/>
            <a:ext cx="1147050" cy="4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0375" y="-17875"/>
            <a:ext cx="10515133" cy="700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"/>
          <p:cNvPicPr preferRelativeResize="0"/>
          <p:nvPr/>
        </p:nvPicPr>
        <p:blipFill rotWithShape="1">
          <a:blip r:embed="rId4">
            <a:alphaModFix/>
          </a:blip>
          <a:srcRect b="2629"/>
          <a:stretch/>
        </p:blipFill>
        <p:spPr>
          <a:xfrm flipH="1">
            <a:off x="-245475" y="-17875"/>
            <a:ext cx="4271475" cy="70083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endParaRPr sz="13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7" name="Google Shape;19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00300" y="5919727"/>
            <a:ext cx="720923" cy="82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2488" y="196051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"/>
          <p:cNvSpPr txBox="1">
            <a:spLocks noGrp="1"/>
          </p:cNvSpPr>
          <p:nvPr>
            <p:ph type="title"/>
          </p:nvPr>
        </p:nvSpPr>
        <p:spPr>
          <a:xfrm>
            <a:off x="142500" y="1647250"/>
            <a:ext cx="3276600" cy="15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2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REVIEW DE LA </a:t>
            </a:r>
            <a:r>
              <a:rPr lang="es-ES" sz="320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SESIÓN ANTERIOR</a:t>
            </a:r>
            <a:endParaRPr sz="32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897" y="1"/>
            <a:ext cx="122258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5"/>
          <p:cNvSpPr/>
          <p:nvPr/>
        </p:nvSpPr>
        <p:spPr>
          <a:xfrm>
            <a:off x="3159450" y="1033850"/>
            <a:ext cx="9049500" cy="4998300"/>
          </a:xfrm>
          <a:prstGeom prst="roundRect">
            <a:avLst>
              <a:gd name="adj" fmla="val 436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 txBox="1">
            <a:spLocks noGrp="1"/>
          </p:cNvSpPr>
          <p:nvPr>
            <p:ph type="title"/>
          </p:nvPr>
        </p:nvSpPr>
        <p:spPr>
          <a:xfrm>
            <a:off x="3331450" y="1538700"/>
            <a:ext cx="2911500" cy="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ct val="100000"/>
              <a:buFont typeface="Montserrat ExtraBold"/>
              <a:buNone/>
            </a:pPr>
            <a:r>
              <a:rPr lang="es-ES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SESIÓN 5</a:t>
            </a:r>
            <a:endParaRPr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3751625" y="3533450"/>
            <a:ext cx="80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Tema 1: </a:t>
            </a:r>
            <a:r>
              <a:rPr lang="es-ES" sz="15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r>
              <a:rPr lang="es-ES" sz="1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y aplicaciones en GIT</a:t>
            </a:r>
            <a:endParaRPr sz="1500" b="0" i="0" u="none" strike="noStrike" cap="none" dirty="0">
              <a:solidFill>
                <a:srgbClr val="C00000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3751625" y="3962475"/>
            <a:ext cx="80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Tema 2:</a:t>
            </a:r>
            <a:r>
              <a:rPr lang="es-ES" sz="15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s-E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Control de versiones: Conociendo Git Hub</a:t>
            </a:r>
            <a:endParaRPr sz="1500" b="0" i="0" u="none" strike="noStrike" cap="non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3751625" y="4391500"/>
            <a:ext cx="8304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Tema 3:</a:t>
            </a:r>
            <a:r>
              <a:rPr lang="es-ES" sz="15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s-E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Verificación del rendimiento de la web</a:t>
            </a:r>
            <a:endParaRPr sz="15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0" name="Google Shape;210;p5"/>
          <p:cNvSpPr txBox="1">
            <a:spLocks noGrp="1"/>
          </p:cNvSpPr>
          <p:nvPr>
            <p:ph type="title"/>
          </p:nvPr>
        </p:nvSpPr>
        <p:spPr>
          <a:xfrm>
            <a:off x="108857" y="2428200"/>
            <a:ext cx="2975543" cy="20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3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CONTENIDO DE LA </a:t>
            </a:r>
            <a:r>
              <a:rPr lang="es-ES" sz="330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SESIÓN WE</a:t>
            </a:r>
            <a:endParaRPr sz="33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3345674" y="2724050"/>
            <a:ext cx="492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2800" b="0" i="0" u="none" strike="noStrike" cap="none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1.</a:t>
            </a:r>
            <a:endParaRPr sz="2800" b="0" i="0" u="none" strike="noStrike" cap="none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3701350" y="2808788"/>
            <a:ext cx="25416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SemiBold"/>
              <a:buNone/>
            </a:pPr>
            <a:r>
              <a:rPr lang="es-ES" sz="1600" b="1" i="0" u="none" strike="noStrike" cap="none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TEMAS DE LA SESIÓN: </a:t>
            </a:r>
            <a:endParaRPr sz="1600" b="1" i="0" u="none" strike="noStrike" cap="none">
              <a:solidFill>
                <a:srgbClr val="2A8B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3410874" y="2210675"/>
            <a:ext cx="7372739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SemiBold"/>
              <a:buNone/>
            </a:pPr>
            <a:r>
              <a:rPr lang="es-ES" sz="13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OBJETIVOS DE LA SESIÓN: </a:t>
            </a:r>
            <a:r>
              <a:rPr lang="es-ES" sz="13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Asegurar el correcto funcionamiento y velocidad del sitio web, planteando controles efectivos en procesos. Manejo de control de versiones.</a:t>
            </a:r>
            <a:endParaRPr sz="13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s-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5" name="Google Shape;21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336" y="228924"/>
            <a:ext cx="1580776" cy="7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647" y="5452500"/>
            <a:ext cx="1165550" cy="11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"/>
          <p:cNvSpPr txBox="1"/>
          <p:nvPr/>
        </p:nvSpPr>
        <p:spPr>
          <a:xfrm>
            <a:off x="3751625" y="4820513"/>
            <a:ext cx="8304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Tema 4:</a:t>
            </a:r>
            <a:r>
              <a:rPr lang="es-ES" sz="15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s-E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Optimización del código web</a:t>
            </a:r>
            <a:endParaRPr sz="1500" b="0" i="0" u="none" strike="noStrike" cap="non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g20fcd679d50_0_193"/>
          <p:cNvPicPr preferRelativeResize="0"/>
          <p:nvPr/>
        </p:nvPicPr>
        <p:blipFill rotWithShape="1">
          <a:blip r:embed="rId3">
            <a:alphaModFix/>
          </a:blip>
          <a:srcRect l="279"/>
          <a:stretch/>
        </p:blipFill>
        <p:spPr>
          <a:xfrm>
            <a:off x="0" y="0"/>
            <a:ext cx="122089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20fcd679d50_0_1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336" y="228924"/>
            <a:ext cx="1580776" cy="7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20fcd679d50_0_19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647" y="5452500"/>
            <a:ext cx="1165550" cy="11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20fcd679d50_0_193"/>
          <p:cNvSpPr txBox="1"/>
          <p:nvPr/>
        </p:nvSpPr>
        <p:spPr>
          <a:xfrm>
            <a:off x="248325" y="2298300"/>
            <a:ext cx="3191100" cy="18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3300" b="1" i="0" u="none" strike="noStrike" cap="none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TEMA </a:t>
            </a:r>
            <a:r>
              <a:rPr lang="es-ES" sz="3300" b="1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3300" b="1" i="0" u="none" strike="noStrike" cap="none">
              <a:solidFill>
                <a:srgbClr val="2A8B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endParaRPr sz="36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Overview y Aplicaciones GIT</a:t>
            </a:r>
            <a:endParaRPr sz="15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6" name="Google Shape;226;g20fcd679d50_0_193"/>
          <p:cNvPicPr preferRelativeResize="0"/>
          <p:nvPr/>
        </p:nvPicPr>
        <p:blipFill rotWithShape="1">
          <a:blip r:embed="rId6">
            <a:alphaModFix/>
          </a:blip>
          <a:srcRect r="11276"/>
          <a:stretch/>
        </p:blipFill>
        <p:spPr>
          <a:xfrm>
            <a:off x="3439425" y="0"/>
            <a:ext cx="875257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20fcd679d50_0_193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"/>
          <p:cNvSpPr/>
          <p:nvPr/>
        </p:nvSpPr>
        <p:spPr>
          <a:xfrm>
            <a:off x="8323568" y="2180892"/>
            <a:ext cx="448111" cy="518303"/>
          </a:xfrm>
          <a:custGeom>
            <a:avLst/>
            <a:gdLst/>
            <a:ahLst/>
            <a:cxnLst/>
            <a:rect l="l" t="t" r="r" b="b"/>
            <a:pathLst>
              <a:path w="11059" h="11721" extrusionOk="0">
                <a:moveTo>
                  <a:pt x="1418" y="693"/>
                </a:moveTo>
                <a:lnTo>
                  <a:pt x="1418" y="1387"/>
                </a:lnTo>
                <a:lnTo>
                  <a:pt x="725" y="1387"/>
                </a:lnTo>
                <a:lnTo>
                  <a:pt x="725" y="693"/>
                </a:lnTo>
                <a:close/>
                <a:moveTo>
                  <a:pt x="9011" y="693"/>
                </a:moveTo>
                <a:lnTo>
                  <a:pt x="9011" y="1387"/>
                </a:lnTo>
                <a:lnTo>
                  <a:pt x="8349" y="1387"/>
                </a:lnTo>
                <a:lnTo>
                  <a:pt x="8349" y="693"/>
                </a:lnTo>
                <a:close/>
                <a:moveTo>
                  <a:pt x="7656" y="1324"/>
                </a:moveTo>
                <a:lnTo>
                  <a:pt x="7656" y="1670"/>
                </a:lnTo>
                <a:cubicBezTo>
                  <a:pt x="7656" y="1891"/>
                  <a:pt x="7813" y="2048"/>
                  <a:pt x="8034" y="2048"/>
                </a:cubicBezTo>
                <a:lnTo>
                  <a:pt x="8381" y="2048"/>
                </a:lnTo>
                <a:lnTo>
                  <a:pt x="8381" y="4222"/>
                </a:lnTo>
                <a:cubicBezTo>
                  <a:pt x="8255" y="4253"/>
                  <a:pt x="8160" y="4316"/>
                  <a:pt x="8034" y="4411"/>
                </a:cubicBezTo>
                <a:cubicBezTo>
                  <a:pt x="7845" y="4243"/>
                  <a:pt x="7614" y="4159"/>
                  <a:pt x="7369" y="4159"/>
                </a:cubicBezTo>
                <a:cubicBezTo>
                  <a:pt x="7246" y="4159"/>
                  <a:pt x="7120" y="4180"/>
                  <a:pt x="6994" y="4222"/>
                </a:cubicBezTo>
                <a:lnTo>
                  <a:pt x="6994" y="3088"/>
                </a:lnTo>
                <a:cubicBezTo>
                  <a:pt x="6994" y="2552"/>
                  <a:pt x="6522" y="2080"/>
                  <a:pt x="5986" y="2080"/>
                </a:cubicBezTo>
                <a:cubicBezTo>
                  <a:pt x="5419" y="2080"/>
                  <a:pt x="4947" y="2552"/>
                  <a:pt x="4947" y="3088"/>
                </a:cubicBezTo>
                <a:lnTo>
                  <a:pt x="4947" y="6459"/>
                </a:lnTo>
                <a:lnTo>
                  <a:pt x="4789" y="6301"/>
                </a:lnTo>
                <a:cubicBezTo>
                  <a:pt x="4600" y="6097"/>
                  <a:pt x="4340" y="5994"/>
                  <a:pt x="4076" y="5994"/>
                </a:cubicBezTo>
                <a:cubicBezTo>
                  <a:pt x="3812" y="5994"/>
                  <a:pt x="3545" y="6097"/>
                  <a:pt x="3340" y="6301"/>
                </a:cubicBezTo>
                <a:cubicBezTo>
                  <a:pt x="2962" y="6679"/>
                  <a:pt x="2962" y="7341"/>
                  <a:pt x="3340" y="7751"/>
                </a:cubicBezTo>
                <a:lnTo>
                  <a:pt x="3812" y="8223"/>
                </a:lnTo>
                <a:lnTo>
                  <a:pt x="2111" y="8223"/>
                </a:lnTo>
                <a:lnTo>
                  <a:pt x="2111" y="7908"/>
                </a:lnTo>
                <a:cubicBezTo>
                  <a:pt x="2111" y="7719"/>
                  <a:pt x="1954" y="7561"/>
                  <a:pt x="1765" y="7561"/>
                </a:cubicBezTo>
                <a:lnTo>
                  <a:pt x="1418" y="7561"/>
                </a:lnTo>
                <a:lnTo>
                  <a:pt x="1418" y="2048"/>
                </a:lnTo>
                <a:lnTo>
                  <a:pt x="1765" y="2048"/>
                </a:lnTo>
                <a:cubicBezTo>
                  <a:pt x="1954" y="2048"/>
                  <a:pt x="2111" y="1891"/>
                  <a:pt x="2111" y="1670"/>
                </a:cubicBezTo>
                <a:lnTo>
                  <a:pt x="2111" y="1324"/>
                </a:lnTo>
                <a:close/>
                <a:moveTo>
                  <a:pt x="1418" y="8255"/>
                </a:moveTo>
                <a:lnTo>
                  <a:pt x="1418" y="8948"/>
                </a:lnTo>
                <a:lnTo>
                  <a:pt x="725" y="8948"/>
                </a:lnTo>
                <a:lnTo>
                  <a:pt x="725" y="8255"/>
                </a:lnTo>
                <a:close/>
                <a:moveTo>
                  <a:pt x="5955" y="2836"/>
                </a:moveTo>
                <a:cubicBezTo>
                  <a:pt x="6144" y="2836"/>
                  <a:pt x="6301" y="2993"/>
                  <a:pt x="6301" y="3182"/>
                </a:cubicBezTo>
                <a:lnTo>
                  <a:pt x="6301" y="6616"/>
                </a:lnTo>
                <a:cubicBezTo>
                  <a:pt x="6301" y="6805"/>
                  <a:pt x="6459" y="6963"/>
                  <a:pt x="6648" y="6963"/>
                </a:cubicBezTo>
                <a:cubicBezTo>
                  <a:pt x="6837" y="6963"/>
                  <a:pt x="6994" y="6805"/>
                  <a:pt x="6994" y="6616"/>
                </a:cubicBezTo>
                <a:lnTo>
                  <a:pt x="6994" y="5230"/>
                </a:lnTo>
                <a:cubicBezTo>
                  <a:pt x="6994" y="5041"/>
                  <a:pt x="7152" y="4884"/>
                  <a:pt x="7372" y="4884"/>
                </a:cubicBezTo>
                <a:cubicBezTo>
                  <a:pt x="7561" y="4884"/>
                  <a:pt x="7719" y="5041"/>
                  <a:pt x="7719" y="5230"/>
                </a:cubicBezTo>
                <a:lnTo>
                  <a:pt x="7719" y="6616"/>
                </a:lnTo>
                <a:cubicBezTo>
                  <a:pt x="7719" y="6805"/>
                  <a:pt x="7876" y="6963"/>
                  <a:pt x="8066" y="6963"/>
                </a:cubicBezTo>
                <a:cubicBezTo>
                  <a:pt x="8255" y="6963"/>
                  <a:pt x="8412" y="6805"/>
                  <a:pt x="8412" y="6616"/>
                </a:cubicBezTo>
                <a:lnTo>
                  <a:pt x="8412" y="5230"/>
                </a:lnTo>
                <a:cubicBezTo>
                  <a:pt x="8412" y="5041"/>
                  <a:pt x="8570" y="4884"/>
                  <a:pt x="8790" y="4884"/>
                </a:cubicBezTo>
                <a:cubicBezTo>
                  <a:pt x="8979" y="4884"/>
                  <a:pt x="9137" y="5041"/>
                  <a:pt x="9137" y="5230"/>
                </a:cubicBezTo>
                <a:lnTo>
                  <a:pt x="9137" y="6616"/>
                </a:lnTo>
                <a:cubicBezTo>
                  <a:pt x="9137" y="6805"/>
                  <a:pt x="9294" y="6963"/>
                  <a:pt x="9483" y="6963"/>
                </a:cubicBezTo>
                <a:cubicBezTo>
                  <a:pt x="9672" y="6963"/>
                  <a:pt x="9830" y="6805"/>
                  <a:pt x="9830" y="6616"/>
                </a:cubicBezTo>
                <a:lnTo>
                  <a:pt x="9830" y="5955"/>
                </a:lnTo>
                <a:cubicBezTo>
                  <a:pt x="9704" y="5703"/>
                  <a:pt x="9861" y="5545"/>
                  <a:pt x="10019" y="5545"/>
                </a:cubicBezTo>
                <a:cubicBezTo>
                  <a:pt x="10239" y="5545"/>
                  <a:pt x="10397" y="5703"/>
                  <a:pt x="10397" y="5892"/>
                </a:cubicBezTo>
                <a:lnTo>
                  <a:pt x="10397" y="7057"/>
                </a:lnTo>
                <a:cubicBezTo>
                  <a:pt x="10397" y="8003"/>
                  <a:pt x="10176" y="8885"/>
                  <a:pt x="9830" y="9672"/>
                </a:cubicBezTo>
                <a:lnTo>
                  <a:pt x="6144" y="9672"/>
                </a:lnTo>
                <a:lnTo>
                  <a:pt x="3812" y="7372"/>
                </a:lnTo>
                <a:cubicBezTo>
                  <a:pt x="3686" y="7246"/>
                  <a:pt x="3686" y="6994"/>
                  <a:pt x="3812" y="6900"/>
                </a:cubicBezTo>
                <a:cubicBezTo>
                  <a:pt x="3875" y="6837"/>
                  <a:pt x="3962" y="6805"/>
                  <a:pt x="4049" y="6805"/>
                </a:cubicBezTo>
                <a:cubicBezTo>
                  <a:pt x="4135" y="6805"/>
                  <a:pt x="4222" y="6837"/>
                  <a:pt x="4285" y="6900"/>
                </a:cubicBezTo>
                <a:lnTo>
                  <a:pt x="5010" y="7593"/>
                </a:lnTo>
                <a:cubicBezTo>
                  <a:pt x="5075" y="7659"/>
                  <a:pt x="5163" y="7690"/>
                  <a:pt x="5251" y="7690"/>
                </a:cubicBezTo>
                <a:cubicBezTo>
                  <a:pt x="5415" y="7690"/>
                  <a:pt x="5577" y="7578"/>
                  <a:pt x="5577" y="7372"/>
                </a:cubicBezTo>
                <a:lnTo>
                  <a:pt x="5577" y="3182"/>
                </a:lnTo>
                <a:cubicBezTo>
                  <a:pt x="5577" y="2993"/>
                  <a:pt x="5734" y="2836"/>
                  <a:pt x="5955" y="2836"/>
                </a:cubicBezTo>
                <a:close/>
                <a:moveTo>
                  <a:pt x="9672" y="10302"/>
                </a:moveTo>
                <a:lnTo>
                  <a:pt x="9672" y="10680"/>
                </a:lnTo>
                <a:cubicBezTo>
                  <a:pt x="9704" y="10869"/>
                  <a:pt x="9546" y="11027"/>
                  <a:pt x="9357" y="11027"/>
                </a:cubicBezTo>
                <a:lnTo>
                  <a:pt x="6616" y="11027"/>
                </a:lnTo>
                <a:cubicBezTo>
                  <a:pt x="6396" y="11027"/>
                  <a:pt x="6238" y="10869"/>
                  <a:pt x="6238" y="10680"/>
                </a:cubicBezTo>
                <a:lnTo>
                  <a:pt x="6238" y="10302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0" y="1922"/>
                  <a:pt x="158" y="2080"/>
                  <a:pt x="347" y="2080"/>
                </a:cubicBezTo>
                <a:lnTo>
                  <a:pt x="693" y="2080"/>
                </a:lnTo>
                <a:lnTo>
                  <a:pt x="693" y="7593"/>
                </a:lnTo>
                <a:lnTo>
                  <a:pt x="347" y="7593"/>
                </a:lnTo>
                <a:cubicBezTo>
                  <a:pt x="158" y="7593"/>
                  <a:pt x="0" y="7751"/>
                  <a:pt x="0" y="7940"/>
                </a:cubicBezTo>
                <a:lnTo>
                  <a:pt x="0" y="9326"/>
                </a:lnTo>
                <a:cubicBezTo>
                  <a:pt x="0" y="9515"/>
                  <a:pt x="158" y="9672"/>
                  <a:pt x="347" y="9672"/>
                </a:cubicBezTo>
                <a:lnTo>
                  <a:pt x="1733" y="9672"/>
                </a:lnTo>
                <a:cubicBezTo>
                  <a:pt x="1922" y="9672"/>
                  <a:pt x="2080" y="9515"/>
                  <a:pt x="2080" y="9326"/>
                </a:cubicBezTo>
                <a:lnTo>
                  <a:pt x="2080" y="8979"/>
                </a:lnTo>
                <a:lnTo>
                  <a:pt x="4442" y="8979"/>
                </a:lnTo>
                <a:lnTo>
                  <a:pt x="5577" y="10113"/>
                </a:lnTo>
                <a:lnTo>
                  <a:pt x="5577" y="10712"/>
                </a:lnTo>
                <a:cubicBezTo>
                  <a:pt x="5577" y="11248"/>
                  <a:pt x="6049" y="11720"/>
                  <a:pt x="6616" y="11720"/>
                </a:cubicBezTo>
                <a:lnTo>
                  <a:pt x="9357" y="11720"/>
                </a:lnTo>
                <a:cubicBezTo>
                  <a:pt x="9924" y="11720"/>
                  <a:pt x="10397" y="11248"/>
                  <a:pt x="10397" y="10712"/>
                </a:cubicBezTo>
                <a:lnTo>
                  <a:pt x="10397" y="10113"/>
                </a:lnTo>
                <a:cubicBezTo>
                  <a:pt x="10806" y="9200"/>
                  <a:pt x="11058" y="8160"/>
                  <a:pt x="11058" y="7026"/>
                </a:cubicBezTo>
                <a:lnTo>
                  <a:pt x="11058" y="5892"/>
                </a:lnTo>
                <a:cubicBezTo>
                  <a:pt x="11058" y="5325"/>
                  <a:pt x="10617" y="4884"/>
                  <a:pt x="10019" y="4884"/>
                </a:cubicBezTo>
                <a:cubicBezTo>
                  <a:pt x="9924" y="4884"/>
                  <a:pt x="9767" y="4915"/>
                  <a:pt x="9641" y="4947"/>
                </a:cubicBezTo>
                <a:cubicBezTo>
                  <a:pt x="9546" y="4632"/>
                  <a:pt x="9326" y="4379"/>
                  <a:pt x="9011" y="4253"/>
                </a:cubicBezTo>
                <a:lnTo>
                  <a:pt x="9011" y="2080"/>
                </a:lnTo>
                <a:lnTo>
                  <a:pt x="9357" y="2080"/>
                </a:lnTo>
                <a:cubicBezTo>
                  <a:pt x="9546" y="2080"/>
                  <a:pt x="9735" y="1922"/>
                  <a:pt x="9735" y="1733"/>
                </a:cubicBezTo>
                <a:lnTo>
                  <a:pt x="9735" y="347"/>
                </a:lnTo>
                <a:cubicBezTo>
                  <a:pt x="9735" y="158"/>
                  <a:pt x="9546" y="0"/>
                  <a:pt x="9357" y="0"/>
                </a:cubicBezTo>
                <a:lnTo>
                  <a:pt x="7971" y="0"/>
                </a:lnTo>
                <a:cubicBezTo>
                  <a:pt x="7782" y="0"/>
                  <a:pt x="7624" y="158"/>
                  <a:pt x="7624" y="347"/>
                </a:cubicBezTo>
                <a:lnTo>
                  <a:pt x="7624" y="693"/>
                </a:lnTo>
                <a:lnTo>
                  <a:pt x="2080" y="693"/>
                </a:lnTo>
                <a:lnTo>
                  <a:pt x="2080" y="347"/>
                </a:lnTo>
                <a:cubicBezTo>
                  <a:pt x="2080" y="158"/>
                  <a:pt x="1922" y="0"/>
                  <a:pt x="17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"/>
          <p:cNvSpPr txBox="1"/>
          <p:nvPr/>
        </p:nvSpPr>
        <p:spPr>
          <a:xfrm>
            <a:off x="797825" y="1519650"/>
            <a:ext cx="6183000" cy="45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Conceptos Clave: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Repositorios:</a:t>
            </a: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 Creación y gestión de repositorios para almacenar y compartir código.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 err="1">
                <a:latin typeface="Montserrat"/>
                <a:ea typeface="Montserrat"/>
                <a:cs typeface="Montserrat"/>
                <a:sym typeface="Montserrat"/>
              </a:rPr>
              <a:t>Commits</a:t>
            </a: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 Registro de cambios en el código con descripciones significativas.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 err="1">
                <a:latin typeface="Montserrat"/>
                <a:ea typeface="Montserrat"/>
                <a:cs typeface="Montserrat"/>
                <a:sym typeface="Montserrat"/>
              </a:rPr>
              <a:t>Branches</a:t>
            </a: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 Uso de ramas para desarrollar nuevas funcionalidades sin afectar el código principal.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Beneficios: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Facilita la colaboración entre desarrolladores.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Permite mantener un historial de cambios detallado.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Mejora la gestión de versiones del proyecto.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Aplicaciones Prácticas: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Crear repositorios locales y remotos.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Realizar </a:t>
            </a:r>
            <a:r>
              <a:rPr lang="es-ES" sz="1500" dirty="0" err="1">
                <a:latin typeface="Montserrat"/>
                <a:ea typeface="Montserrat"/>
                <a:cs typeface="Montserrat"/>
                <a:sym typeface="Montserrat"/>
              </a:rPr>
              <a:t>commits</a:t>
            </a: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 frecuentes para un mejor seguimiento de cambios.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Usar </a:t>
            </a:r>
            <a:r>
              <a:rPr lang="es-ES" sz="1500" dirty="0" err="1">
                <a:latin typeface="Montserrat"/>
                <a:ea typeface="Montserrat"/>
                <a:cs typeface="Montserrat"/>
                <a:sym typeface="Montserrat"/>
              </a:rPr>
              <a:t>branches</a:t>
            </a: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 para pruebas y desarrollo de nuevas características.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1"/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"/>
          <p:cNvSpPr txBox="1"/>
          <p:nvPr/>
        </p:nvSpPr>
        <p:spPr>
          <a:xfrm>
            <a:off x="797825" y="499325"/>
            <a:ext cx="5701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Overview y</a:t>
            </a:r>
            <a:endParaRPr sz="300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aplicaciones</a:t>
            </a:r>
            <a:r>
              <a:rPr lang="es-ES" sz="300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Git</a:t>
            </a:r>
            <a:endParaRPr sz="30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37" name="Google Shape;237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0225" y="1951199"/>
            <a:ext cx="3572875" cy="149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"/>
          <p:cNvPicPr preferRelativeResize="0"/>
          <p:nvPr/>
        </p:nvPicPr>
        <p:blipFill rotWithShape="1">
          <a:blip r:embed="rId5">
            <a:alphaModFix/>
          </a:blip>
          <a:srcRect l="52230" t="15863" b="16431"/>
          <a:stretch/>
        </p:blipFill>
        <p:spPr>
          <a:xfrm>
            <a:off x="7820225" y="3745373"/>
            <a:ext cx="3572875" cy="21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59625" y="6166100"/>
            <a:ext cx="12338525" cy="7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B8623601-479A-91EA-2626-449E547E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">
            <a:extLst>
              <a:ext uri="{FF2B5EF4-FFF2-40B4-BE49-F238E27FC236}">
                <a16:creationId xmlns:a16="http://schemas.microsoft.com/office/drawing/2014/main" id="{BD865199-7A7E-F589-2200-F89543B981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">
            <a:extLst>
              <a:ext uri="{FF2B5EF4-FFF2-40B4-BE49-F238E27FC236}">
                <a16:creationId xmlns:a16="http://schemas.microsoft.com/office/drawing/2014/main" id="{754A9D11-F12B-2F5A-2548-3962979E02B3}"/>
              </a:ext>
            </a:extLst>
          </p:cNvPr>
          <p:cNvSpPr/>
          <p:nvPr/>
        </p:nvSpPr>
        <p:spPr>
          <a:xfrm>
            <a:off x="8323568" y="2180892"/>
            <a:ext cx="448111" cy="518303"/>
          </a:xfrm>
          <a:custGeom>
            <a:avLst/>
            <a:gdLst/>
            <a:ahLst/>
            <a:cxnLst/>
            <a:rect l="l" t="t" r="r" b="b"/>
            <a:pathLst>
              <a:path w="11059" h="11721" extrusionOk="0">
                <a:moveTo>
                  <a:pt x="1418" y="693"/>
                </a:moveTo>
                <a:lnTo>
                  <a:pt x="1418" y="1387"/>
                </a:lnTo>
                <a:lnTo>
                  <a:pt x="725" y="1387"/>
                </a:lnTo>
                <a:lnTo>
                  <a:pt x="725" y="693"/>
                </a:lnTo>
                <a:close/>
                <a:moveTo>
                  <a:pt x="9011" y="693"/>
                </a:moveTo>
                <a:lnTo>
                  <a:pt x="9011" y="1387"/>
                </a:lnTo>
                <a:lnTo>
                  <a:pt x="8349" y="1387"/>
                </a:lnTo>
                <a:lnTo>
                  <a:pt x="8349" y="693"/>
                </a:lnTo>
                <a:close/>
                <a:moveTo>
                  <a:pt x="7656" y="1324"/>
                </a:moveTo>
                <a:lnTo>
                  <a:pt x="7656" y="1670"/>
                </a:lnTo>
                <a:cubicBezTo>
                  <a:pt x="7656" y="1891"/>
                  <a:pt x="7813" y="2048"/>
                  <a:pt x="8034" y="2048"/>
                </a:cubicBezTo>
                <a:lnTo>
                  <a:pt x="8381" y="2048"/>
                </a:lnTo>
                <a:lnTo>
                  <a:pt x="8381" y="4222"/>
                </a:lnTo>
                <a:cubicBezTo>
                  <a:pt x="8255" y="4253"/>
                  <a:pt x="8160" y="4316"/>
                  <a:pt x="8034" y="4411"/>
                </a:cubicBezTo>
                <a:cubicBezTo>
                  <a:pt x="7845" y="4243"/>
                  <a:pt x="7614" y="4159"/>
                  <a:pt x="7369" y="4159"/>
                </a:cubicBezTo>
                <a:cubicBezTo>
                  <a:pt x="7246" y="4159"/>
                  <a:pt x="7120" y="4180"/>
                  <a:pt x="6994" y="4222"/>
                </a:cubicBezTo>
                <a:lnTo>
                  <a:pt x="6994" y="3088"/>
                </a:lnTo>
                <a:cubicBezTo>
                  <a:pt x="6994" y="2552"/>
                  <a:pt x="6522" y="2080"/>
                  <a:pt x="5986" y="2080"/>
                </a:cubicBezTo>
                <a:cubicBezTo>
                  <a:pt x="5419" y="2080"/>
                  <a:pt x="4947" y="2552"/>
                  <a:pt x="4947" y="3088"/>
                </a:cubicBezTo>
                <a:lnTo>
                  <a:pt x="4947" y="6459"/>
                </a:lnTo>
                <a:lnTo>
                  <a:pt x="4789" y="6301"/>
                </a:lnTo>
                <a:cubicBezTo>
                  <a:pt x="4600" y="6097"/>
                  <a:pt x="4340" y="5994"/>
                  <a:pt x="4076" y="5994"/>
                </a:cubicBezTo>
                <a:cubicBezTo>
                  <a:pt x="3812" y="5994"/>
                  <a:pt x="3545" y="6097"/>
                  <a:pt x="3340" y="6301"/>
                </a:cubicBezTo>
                <a:cubicBezTo>
                  <a:pt x="2962" y="6679"/>
                  <a:pt x="2962" y="7341"/>
                  <a:pt x="3340" y="7751"/>
                </a:cubicBezTo>
                <a:lnTo>
                  <a:pt x="3812" y="8223"/>
                </a:lnTo>
                <a:lnTo>
                  <a:pt x="2111" y="8223"/>
                </a:lnTo>
                <a:lnTo>
                  <a:pt x="2111" y="7908"/>
                </a:lnTo>
                <a:cubicBezTo>
                  <a:pt x="2111" y="7719"/>
                  <a:pt x="1954" y="7561"/>
                  <a:pt x="1765" y="7561"/>
                </a:cubicBezTo>
                <a:lnTo>
                  <a:pt x="1418" y="7561"/>
                </a:lnTo>
                <a:lnTo>
                  <a:pt x="1418" y="2048"/>
                </a:lnTo>
                <a:lnTo>
                  <a:pt x="1765" y="2048"/>
                </a:lnTo>
                <a:cubicBezTo>
                  <a:pt x="1954" y="2048"/>
                  <a:pt x="2111" y="1891"/>
                  <a:pt x="2111" y="1670"/>
                </a:cubicBezTo>
                <a:lnTo>
                  <a:pt x="2111" y="1324"/>
                </a:lnTo>
                <a:close/>
                <a:moveTo>
                  <a:pt x="1418" y="8255"/>
                </a:moveTo>
                <a:lnTo>
                  <a:pt x="1418" y="8948"/>
                </a:lnTo>
                <a:lnTo>
                  <a:pt x="725" y="8948"/>
                </a:lnTo>
                <a:lnTo>
                  <a:pt x="725" y="8255"/>
                </a:lnTo>
                <a:close/>
                <a:moveTo>
                  <a:pt x="5955" y="2836"/>
                </a:moveTo>
                <a:cubicBezTo>
                  <a:pt x="6144" y="2836"/>
                  <a:pt x="6301" y="2993"/>
                  <a:pt x="6301" y="3182"/>
                </a:cubicBezTo>
                <a:lnTo>
                  <a:pt x="6301" y="6616"/>
                </a:lnTo>
                <a:cubicBezTo>
                  <a:pt x="6301" y="6805"/>
                  <a:pt x="6459" y="6963"/>
                  <a:pt x="6648" y="6963"/>
                </a:cubicBezTo>
                <a:cubicBezTo>
                  <a:pt x="6837" y="6963"/>
                  <a:pt x="6994" y="6805"/>
                  <a:pt x="6994" y="6616"/>
                </a:cubicBezTo>
                <a:lnTo>
                  <a:pt x="6994" y="5230"/>
                </a:lnTo>
                <a:cubicBezTo>
                  <a:pt x="6994" y="5041"/>
                  <a:pt x="7152" y="4884"/>
                  <a:pt x="7372" y="4884"/>
                </a:cubicBezTo>
                <a:cubicBezTo>
                  <a:pt x="7561" y="4884"/>
                  <a:pt x="7719" y="5041"/>
                  <a:pt x="7719" y="5230"/>
                </a:cubicBezTo>
                <a:lnTo>
                  <a:pt x="7719" y="6616"/>
                </a:lnTo>
                <a:cubicBezTo>
                  <a:pt x="7719" y="6805"/>
                  <a:pt x="7876" y="6963"/>
                  <a:pt x="8066" y="6963"/>
                </a:cubicBezTo>
                <a:cubicBezTo>
                  <a:pt x="8255" y="6963"/>
                  <a:pt x="8412" y="6805"/>
                  <a:pt x="8412" y="6616"/>
                </a:cubicBezTo>
                <a:lnTo>
                  <a:pt x="8412" y="5230"/>
                </a:lnTo>
                <a:cubicBezTo>
                  <a:pt x="8412" y="5041"/>
                  <a:pt x="8570" y="4884"/>
                  <a:pt x="8790" y="4884"/>
                </a:cubicBezTo>
                <a:cubicBezTo>
                  <a:pt x="8979" y="4884"/>
                  <a:pt x="9137" y="5041"/>
                  <a:pt x="9137" y="5230"/>
                </a:cubicBezTo>
                <a:lnTo>
                  <a:pt x="9137" y="6616"/>
                </a:lnTo>
                <a:cubicBezTo>
                  <a:pt x="9137" y="6805"/>
                  <a:pt x="9294" y="6963"/>
                  <a:pt x="9483" y="6963"/>
                </a:cubicBezTo>
                <a:cubicBezTo>
                  <a:pt x="9672" y="6963"/>
                  <a:pt x="9830" y="6805"/>
                  <a:pt x="9830" y="6616"/>
                </a:cubicBezTo>
                <a:lnTo>
                  <a:pt x="9830" y="5955"/>
                </a:lnTo>
                <a:cubicBezTo>
                  <a:pt x="9704" y="5703"/>
                  <a:pt x="9861" y="5545"/>
                  <a:pt x="10019" y="5545"/>
                </a:cubicBezTo>
                <a:cubicBezTo>
                  <a:pt x="10239" y="5545"/>
                  <a:pt x="10397" y="5703"/>
                  <a:pt x="10397" y="5892"/>
                </a:cubicBezTo>
                <a:lnTo>
                  <a:pt x="10397" y="7057"/>
                </a:lnTo>
                <a:cubicBezTo>
                  <a:pt x="10397" y="8003"/>
                  <a:pt x="10176" y="8885"/>
                  <a:pt x="9830" y="9672"/>
                </a:cubicBezTo>
                <a:lnTo>
                  <a:pt x="6144" y="9672"/>
                </a:lnTo>
                <a:lnTo>
                  <a:pt x="3812" y="7372"/>
                </a:lnTo>
                <a:cubicBezTo>
                  <a:pt x="3686" y="7246"/>
                  <a:pt x="3686" y="6994"/>
                  <a:pt x="3812" y="6900"/>
                </a:cubicBezTo>
                <a:cubicBezTo>
                  <a:pt x="3875" y="6837"/>
                  <a:pt x="3962" y="6805"/>
                  <a:pt x="4049" y="6805"/>
                </a:cubicBezTo>
                <a:cubicBezTo>
                  <a:pt x="4135" y="6805"/>
                  <a:pt x="4222" y="6837"/>
                  <a:pt x="4285" y="6900"/>
                </a:cubicBezTo>
                <a:lnTo>
                  <a:pt x="5010" y="7593"/>
                </a:lnTo>
                <a:cubicBezTo>
                  <a:pt x="5075" y="7659"/>
                  <a:pt x="5163" y="7690"/>
                  <a:pt x="5251" y="7690"/>
                </a:cubicBezTo>
                <a:cubicBezTo>
                  <a:pt x="5415" y="7690"/>
                  <a:pt x="5577" y="7578"/>
                  <a:pt x="5577" y="7372"/>
                </a:cubicBezTo>
                <a:lnTo>
                  <a:pt x="5577" y="3182"/>
                </a:lnTo>
                <a:cubicBezTo>
                  <a:pt x="5577" y="2993"/>
                  <a:pt x="5734" y="2836"/>
                  <a:pt x="5955" y="2836"/>
                </a:cubicBezTo>
                <a:close/>
                <a:moveTo>
                  <a:pt x="9672" y="10302"/>
                </a:moveTo>
                <a:lnTo>
                  <a:pt x="9672" y="10680"/>
                </a:lnTo>
                <a:cubicBezTo>
                  <a:pt x="9704" y="10869"/>
                  <a:pt x="9546" y="11027"/>
                  <a:pt x="9357" y="11027"/>
                </a:cubicBezTo>
                <a:lnTo>
                  <a:pt x="6616" y="11027"/>
                </a:lnTo>
                <a:cubicBezTo>
                  <a:pt x="6396" y="11027"/>
                  <a:pt x="6238" y="10869"/>
                  <a:pt x="6238" y="10680"/>
                </a:cubicBezTo>
                <a:lnTo>
                  <a:pt x="6238" y="10302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0" y="1922"/>
                  <a:pt x="158" y="2080"/>
                  <a:pt x="347" y="2080"/>
                </a:cubicBezTo>
                <a:lnTo>
                  <a:pt x="693" y="2080"/>
                </a:lnTo>
                <a:lnTo>
                  <a:pt x="693" y="7593"/>
                </a:lnTo>
                <a:lnTo>
                  <a:pt x="347" y="7593"/>
                </a:lnTo>
                <a:cubicBezTo>
                  <a:pt x="158" y="7593"/>
                  <a:pt x="0" y="7751"/>
                  <a:pt x="0" y="7940"/>
                </a:cubicBezTo>
                <a:lnTo>
                  <a:pt x="0" y="9326"/>
                </a:lnTo>
                <a:cubicBezTo>
                  <a:pt x="0" y="9515"/>
                  <a:pt x="158" y="9672"/>
                  <a:pt x="347" y="9672"/>
                </a:cubicBezTo>
                <a:lnTo>
                  <a:pt x="1733" y="9672"/>
                </a:lnTo>
                <a:cubicBezTo>
                  <a:pt x="1922" y="9672"/>
                  <a:pt x="2080" y="9515"/>
                  <a:pt x="2080" y="9326"/>
                </a:cubicBezTo>
                <a:lnTo>
                  <a:pt x="2080" y="8979"/>
                </a:lnTo>
                <a:lnTo>
                  <a:pt x="4442" y="8979"/>
                </a:lnTo>
                <a:lnTo>
                  <a:pt x="5577" y="10113"/>
                </a:lnTo>
                <a:lnTo>
                  <a:pt x="5577" y="10712"/>
                </a:lnTo>
                <a:cubicBezTo>
                  <a:pt x="5577" y="11248"/>
                  <a:pt x="6049" y="11720"/>
                  <a:pt x="6616" y="11720"/>
                </a:cubicBezTo>
                <a:lnTo>
                  <a:pt x="9357" y="11720"/>
                </a:lnTo>
                <a:cubicBezTo>
                  <a:pt x="9924" y="11720"/>
                  <a:pt x="10397" y="11248"/>
                  <a:pt x="10397" y="10712"/>
                </a:cubicBezTo>
                <a:lnTo>
                  <a:pt x="10397" y="10113"/>
                </a:lnTo>
                <a:cubicBezTo>
                  <a:pt x="10806" y="9200"/>
                  <a:pt x="11058" y="8160"/>
                  <a:pt x="11058" y="7026"/>
                </a:cubicBezTo>
                <a:lnTo>
                  <a:pt x="11058" y="5892"/>
                </a:lnTo>
                <a:cubicBezTo>
                  <a:pt x="11058" y="5325"/>
                  <a:pt x="10617" y="4884"/>
                  <a:pt x="10019" y="4884"/>
                </a:cubicBezTo>
                <a:cubicBezTo>
                  <a:pt x="9924" y="4884"/>
                  <a:pt x="9767" y="4915"/>
                  <a:pt x="9641" y="4947"/>
                </a:cubicBezTo>
                <a:cubicBezTo>
                  <a:pt x="9546" y="4632"/>
                  <a:pt x="9326" y="4379"/>
                  <a:pt x="9011" y="4253"/>
                </a:cubicBezTo>
                <a:lnTo>
                  <a:pt x="9011" y="2080"/>
                </a:lnTo>
                <a:lnTo>
                  <a:pt x="9357" y="2080"/>
                </a:lnTo>
                <a:cubicBezTo>
                  <a:pt x="9546" y="2080"/>
                  <a:pt x="9735" y="1922"/>
                  <a:pt x="9735" y="1733"/>
                </a:cubicBezTo>
                <a:lnTo>
                  <a:pt x="9735" y="347"/>
                </a:lnTo>
                <a:cubicBezTo>
                  <a:pt x="9735" y="158"/>
                  <a:pt x="9546" y="0"/>
                  <a:pt x="9357" y="0"/>
                </a:cubicBezTo>
                <a:lnTo>
                  <a:pt x="7971" y="0"/>
                </a:lnTo>
                <a:cubicBezTo>
                  <a:pt x="7782" y="0"/>
                  <a:pt x="7624" y="158"/>
                  <a:pt x="7624" y="347"/>
                </a:cubicBezTo>
                <a:lnTo>
                  <a:pt x="7624" y="693"/>
                </a:lnTo>
                <a:lnTo>
                  <a:pt x="2080" y="693"/>
                </a:lnTo>
                <a:lnTo>
                  <a:pt x="2080" y="347"/>
                </a:lnTo>
                <a:cubicBezTo>
                  <a:pt x="2080" y="158"/>
                  <a:pt x="1922" y="0"/>
                  <a:pt x="17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">
            <a:extLst>
              <a:ext uri="{FF2B5EF4-FFF2-40B4-BE49-F238E27FC236}">
                <a16:creationId xmlns:a16="http://schemas.microsoft.com/office/drawing/2014/main" id="{EA8A5C3C-AB8C-3EA9-0AB4-4B9E03B8B232}"/>
              </a:ext>
            </a:extLst>
          </p:cNvPr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">
            <a:extLst>
              <a:ext uri="{FF2B5EF4-FFF2-40B4-BE49-F238E27FC236}">
                <a16:creationId xmlns:a16="http://schemas.microsoft.com/office/drawing/2014/main" id="{CB3ECB51-E456-9134-F36D-15107ECF8045}"/>
              </a:ext>
            </a:extLst>
          </p:cNvPr>
          <p:cNvSpPr txBox="1"/>
          <p:nvPr/>
        </p:nvSpPr>
        <p:spPr>
          <a:xfrm>
            <a:off x="797825" y="499325"/>
            <a:ext cx="57015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MX" sz="30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Comando de </a:t>
            </a:r>
            <a:r>
              <a:rPr lang="es-ES" sz="3000" dirty="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Git</a:t>
            </a:r>
            <a:endParaRPr sz="3000" dirty="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37" name="Google Shape;237;p1">
            <a:extLst>
              <a:ext uri="{FF2B5EF4-FFF2-40B4-BE49-F238E27FC236}">
                <a16:creationId xmlns:a16="http://schemas.microsoft.com/office/drawing/2014/main" id="{BA5B1CEF-A928-6E56-B204-2D3922D9520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7130" y="1823379"/>
            <a:ext cx="3572875" cy="149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">
            <a:extLst>
              <a:ext uri="{FF2B5EF4-FFF2-40B4-BE49-F238E27FC236}">
                <a16:creationId xmlns:a16="http://schemas.microsoft.com/office/drawing/2014/main" id="{AB345F24-97CA-856D-FA70-39F93CDAEC2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52230" t="15863" b="16431"/>
          <a:stretch/>
        </p:blipFill>
        <p:spPr>
          <a:xfrm>
            <a:off x="6761185" y="3902689"/>
            <a:ext cx="3572875" cy="21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">
            <a:extLst>
              <a:ext uri="{FF2B5EF4-FFF2-40B4-BE49-F238E27FC236}">
                <a16:creationId xmlns:a16="http://schemas.microsoft.com/office/drawing/2014/main" id="{97F42221-0EFD-3AD0-30DC-DD9ED99AB46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59625" y="6166100"/>
            <a:ext cx="12338525" cy="7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">
            <a:extLst>
              <a:ext uri="{FF2B5EF4-FFF2-40B4-BE49-F238E27FC236}">
                <a16:creationId xmlns:a16="http://schemas.microsoft.com/office/drawing/2014/main" id="{993B1ACC-3378-51CA-E408-001900A85036}"/>
              </a:ext>
            </a:extLst>
          </p:cNvPr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9F59360-5A37-34D1-044A-F17EA5CE00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2751" y="1027264"/>
            <a:ext cx="3767609" cy="517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9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AAFFB399-F33B-E227-B21C-206659FEA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">
            <a:extLst>
              <a:ext uri="{FF2B5EF4-FFF2-40B4-BE49-F238E27FC236}">
                <a16:creationId xmlns:a16="http://schemas.microsoft.com/office/drawing/2014/main" id="{931C6447-FF62-51CA-2762-94C71EB8FF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">
            <a:extLst>
              <a:ext uri="{FF2B5EF4-FFF2-40B4-BE49-F238E27FC236}">
                <a16:creationId xmlns:a16="http://schemas.microsoft.com/office/drawing/2014/main" id="{0D6CCB14-4877-690E-FCA8-6A6ADE7AE20A}"/>
              </a:ext>
            </a:extLst>
          </p:cNvPr>
          <p:cNvSpPr/>
          <p:nvPr/>
        </p:nvSpPr>
        <p:spPr>
          <a:xfrm>
            <a:off x="8323568" y="2180892"/>
            <a:ext cx="448111" cy="518303"/>
          </a:xfrm>
          <a:custGeom>
            <a:avLst/>
            <a:gdLst/>
            <a:ahLst/>
            <a:cxnLst/>
            <a:rect l="l" t="t" r="r" b="b"/>
            <a:pathLst>
              <a:path w="11059" h="11721" extrusionOk="0">
                <a:moveTo>
                  <a:pt x="1418" y="693"/>
                </a:moveTo>
                <a:lnTo>
                  <a:pt x="1418" y="1387"/>
                </a:lnTo>
                <a:lnTo>
                  <a:pt x="725" y="1387"/>
                </a:lnTo>
                <a:lnTo>
                  <a:pt x="725" y="693"/>
                </a:lnTo>
                <a:close/>
                <a:moveTo>
                  <a:pt x="9011" y="693"/>
                </a:moveTo>
                <a:lnTo>
                  <a:pt x="9011" y="1387"/>
                </a:lnTo>
                <a:lnTo>
                  <a:pt x="8349" y="1387"/>
                </a:lnTo>
                <a:lnTo>
                  <a:pt x="8349" y="693"/>
                </a:lnTo>
                <a:close/>
                <a:moveTo>
                  <a:pt x="7656" y="1324"/>
                </a:moveTo>
                <a:lnTo>
                  <a:pt x="7656" y="1670"/>
                </a:lnTo>
                <a:cubicBezTo>
                  <a:pt x="7656" y="1891"/>
                  <a:pt x="7813" y="2048"/>
                  <a:pt x="8034" y="2048"/>
                </a:cubicBezTo>
                <a:lnTo>
                  <a:pt x="8381" y="2048"/>
                </a:lnTo>
                <a:lnTo>
                  <a:pt x="8381" y="4222"/>
                </a:lnTo>
                <a:cubicBezTo>
                  <a:pt x="8255" y="4253"/>
                  <a:pt x="8160" y="4316"/>
                  <a:pt x="8034" y="4411"/>
                </a:cubicBezTo>
                <a:cubicBezTo>
                  <a:pt x="7845" y="4243"/>
                  <a:pt x="7614" y="4159"/>
                  <a:pt x="7369" y="4159"/>
                </a:cubicBezTo>
                <a:cubicBezTo>
                  <a:pt x="7246" y="4159"/>
                  <a:pt x="7120" y="4180"/>
                  <a:pt x="6994" y="4222"/>
                </a:cubicBezTo>
                <a:lnTo>
                  <a:pt x="6994" y="3088"/>
                </a:lnTo>
                <a:cubicBezTo>
                  <a:pt x="6994" y="2552"/>
                  <a:pt x="6522" y="2080"/>
                  <a:pt x="5986" y="2080"/>
                </a:cubicBezTo>
                <a:cubicBezTo>
                  <a:pt x="5419" y="2080"/>
                  <a:pt x="4947" y="2552"/>
                  <a:pt x="4947" y="3088"/>
                </a:cubicBezTo>
                <a:lnTo>
                  <a:pt x="4947" y="6459"/>
                </a:lnTo>
                <a:lnTo>
                  <a:pt x="4789" y="6301"/>
                </a:lnTo>
                <a:cubicBezTo>
                  <a:pt x="4600" y="6097"/>
                  <a:pt x="4340" y="5994"/>
                  <a:pt x="4076" y="5994"/>
                </a:cubicBezTo>
                <a:cubicBezTo>
                  <a:pt x="3812" y="5994"/>
                  <a:pt x="3545" y="6097"/>
                  <a:pt x="3340" y="6301"/>
                </a:cubicBezTo>
                <a:cubicBezTo>
                  <a:pt x="2962" y="6679"/>
                  <a:pt x="2962" y="7341"/>
                  <a:pt x="3340" y="7751"/>
                </a:cubicBezTo>
                <a:lnTo>
                  <a:pt x="3812" y="8223"/>
                </a:lnTo>
                <a:lnTo>
                  <a:pt x="2111" y="8223"/>
                </a:lnTo>
                <a:lnTo>
                  <a:pt x="2111" y="7908"/>
                </a:lnTo>
                <a:cubicBezTo>
                  <a:pt x="2111" y="7719"/>
                  <a:pt x="1954" y="7561"/>
                  <a:pt x="1765" y="7561"/>
                </a:cubicBezTo>
                <a:lnTo>
                  <a:pt x="1418" y="7561"/>
                </a:lnTo>
                <a:lnTo>
                  <a:pt x="1418" y="2048"/>
                </a:lnTo>
                <a:lnTo>
                  <a:pt x="1765" y="2048"/>
                </a:lnTo>
                <a:cubicBezTo>
                  <a:pt x="1954" y="2048"/>
                  <a:pt x="2111" y="1891"/>
                  <a:pt x="2111" y="1670"/>
                </a:cubicBezTo>
                <a:lnTo>
                  <a:pt x="2111" y="1324"/>
                </a:lnTo>
                <a:close/>
                <a:moveTo>
                  <a:pt x="1418" y="8255"/>
                </a:moveTo>
                <a:lnTo>
                  <a:pt x="1418" y="8948"/>
                </a:lnTo>
                <a:lnTo>
                  <a:pt x="725" y="8948"/>
                </a:lnTo>
                <a:lnTo>
                  <a:pt x="725" y="8255"/>
                </a:lnTo>
                <a:close/>
                <a:moveTo>
                  <a:pt x="5955" y="2836"/>
                </a:moveTo>
                <a:cubicBezTo>
                  <a:pt x="6144" y="2836"/>
                  <a:pt x="6301" y="2993"/>
                  <a:pt x="6301" y="3182"/>
                </a:cubicBezTo>
                <a:lnTo>
                  <a:pt x="6301" y="6616"/>
                </a:lnTo>
                <a:cubicBezTo>
                  <a:pt x="6301" y="6805"/>
                  <a:pt x="6459" y="6963"/>
                  <a:pt x="6648" y="6963"/>
                </a:cubicBezTo>
                <a:cubicBezTo>
                  <a:pt x="6837" y="6963"/>
                  <a:pt x="6994" y="6805"/>
                  <a:pt x="6994" y="6616"/>
                </a:cubicBezTo>
                <a:lnTo>
                  <a:pt x="6994" y="5230"/>
                </a:lnTo>
                <a:cubicBezTo>
                  <a:pt x="6994" y="5041"/>
                  <a:pt x="7152" y="4884"/>
                  <a:pt x="7372" y="4884"/>
                </a:cubicBezTo>
                <a:cubicBezTo>
                  <a:pt x="7561" y="4884"/>
                  <a:pt x="7719" y="5041"/>
                  <a:pt x="7719" y="5230"/>
                </a:cubicBezTo>
                <a:lnTo>
                  <a:pt x="7719" y="6616"/>
                </a:lnTo>
                <a:cubicBezTo>
                  <a:pt x="7719" y="6805"/>
                  <a:pt x="7876" y="6963"/>
                  <a:pt x="8066" y="6963"/>
                </a:cubicBezTo>
                <a:cubicBezTo>
                  <a:pt x="8255" y="6963"/>
                  <a:pt x="8412" y="6805"/>
                  <a:pt x="8412" y="6616"/>
                </a:cubicBezTo>
                <a:lnTo>
                  <a:pt x="8412" y="5230"/>
                </a:lnTo>
                <a:cubicBezTo>
                  <a:pt x="8412" y="5041"/>
                  <a:pt x="8570" y="4884"/>
                  <a:pt x="8790" y="4884"/>
                </a:cubicBezTo>
                <a:cubicBezTo>
                  <a:pt x="8979" y="4884"/>
                  <a:pt x="9137" y="5041"/>
                  <a:pt x="9137" y="5230"/>
                </a:cubicBezTo>
                <a:lnTo>
                  <a:pt x="9137" y="6616"/>
                </a:lnTo>
                <a:cubicBezTo>
                  <a:pt x="9137" y="6805"/>
                  <a:pt x="9294" y="6963"/>
                  <a:pt x="9483" y="6963"/>
                </a:cubicBezTo>
                <a:cubicBezTo>
                  <a:pt x="9672" y="6963"/>
                  <a:pt x="9830" y="6805"/>
                  <a:pt x="9830" y="6616"/>
                </a:cubicBezTo>
                <a:lnTo>
                  <a:pt x="9830" y="5955"/>
                </a:lnTo>
                <a:cubicBezTo>
                  <a:pt x="9704" y="5703"/>
                  <a:pt x="9861" y="5545"/>
                  <a:pt x="10019" y="5545"/>
                </a:cubicBezTo>
                <a:cubicBezTo>
                  <a:pt x="10239" y="5545"/>
                  <a:pt x="10397" y="5703"/>
                  <a:pt x="10397" y="5892"/>
                </a:cubicBezTo>
                <a:lnTo>
                  <a:pt x="10397" y="7057"/>
                </a:lnTo>
                <a:cubicBezTo>
                  <a:pt x="10397" y="8003"/>
                  <a:pt x="10176" y="8885"/>
                  <a:pt x="9830" y="9672"/>
                </a:cubicBezTo>
                <a:lnTo>
                  <a:pt x="6144" y="9672"/>
                </a:lnTo>
                <a:lnTo>
                  <a:pt x="3812" y="7372"/>
                </a:lnTo>
                <a:cubicBezTo>
                  <a:pt x="3686" y="7246"/>
                  <a:pt x="3686" y="6994"/>
                  <a:pt x="3812" y="6900"/>
                </a:cubicBezTo>
                <a:cubicBezTo>
                  <a:pt x="3875" y="6837"/>
                  <a:pt x="3962" y="6805"/>
                  <a:pt x="4049" y="6805"/>
                </a:cubicBezTo>
                <a:cubicBezTo>
                  <a:pt x="4135" y="6805"/>
                  <a:pt x="4222" y="6837"/>
                  <a:pt x="4285" y="6900"/>
                </a:cubicBezTo>
                <a:lnTo>
                  <a:pt x="5010" y="7593"/>
                </a:lnTo>
                <a:cubicBezTo>
                  <a:pt x="5075" y="7659"/>
                  <a:pt x="5163" y="7690"/>
                  <a:pt x="5251" y="7690"/>
                </a:cubicBezTo>
                <a:cubicBezTo>
                  <a:pt x="5415" y="7690"/>
                  <a:pt x="5577" y="7578"/>
                  <a:pt x="5577" y="7372"/>
                </a:cubicBezTo>
                <a:lnTo>
                  <a:pt x="5577" y="3182"/>
                </a:lnTo>
                <a:cubicBezTo>
                  <a:pt x="5577" y="2993"/>
                  <a:pt x="5734" y="2836"/>
                  <a:pt x="5955" y="2836"/>
                </a:cubicBezTo>
                <a:close/>
                <a:moveTo>
                  <a:pt x="9672" y="10302"/>
                </a:moveTo>
                <a:lnTo>
                  <a:pt x="9672" y="10680"/>
                </a:lnTo>
                <a:cubicBezTo>
                  <a:pt x="9704" y="10869"/>
                  <a:pt x="9546" y="11027"/>
                  <a:pt x="9357" y="11027"/>
                </a:cubicBezTo>
                <a:lnTo>
                  <a:pt x="6616" y="11027"/>
                </a:lnTo>
                <a:cubicBezTo>
                  <a:pt x="6396" y="11027"/>
                  <a:pt x="6238" y="10869"/>
                  <a:pt x="6238" y="10680"/>
                </a:cubicBezTo>
                <a:lnTo>
                  <a:pt x="6238" y="10302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0" y="1922"/>
                  <a:pt x="158" y="2080"/>
                  <a:pt x="347" y="2080"/>
                </a:cubicBezTo>
                <a:lnTo>
                  <a:pt x="693" y="2080"/>
                </a:lnTo>
                <a:lnTo>
                  <a:pt x="693" y="7593"/>
                </a:lnTo>
                <a:lnTo>
                  <a:pt x="347" y="7593"/>
                </a:lnTo>
                <a:cubicBezTo>
                  <a:pt x="158" y="7593"/>
                  <a:pt x="0" y="7751"/>
                  <a:pt x="0" y="7940"/>
                </a:cubicBezTo>
                <a:lnTo>
                  <a:pt x="0" y="9326"/>
                </a:lnTo>
                <a:cubicBezTo>
                  <a:pt x="0" y="9515"/>
                  <a:pt x="158" y="9672"/>
                  <a:pt x="347" y="9672"/>
                </a:cubicBezTo>
                <a:lnTo>
                  <a:pt x="1733" y="9672"/>
                </a:lnTo>
                <a:cubicBezTo>
                  <a:pt x="1922" y="9672"/>
                  <a:pt x="2080" y="9515"/>
                  <a:pt x="2080" y="9326"/>
                </a:cubicBezTo>
                <a:lnTo>
                  <a:pt x="2080" y="8979"/>
                </a:lnTo>
                <a:lnTo>
                  <a:pt x="4442" y="8979"/>
                </a:lnTo>
                <a:lnTo>
                  <a:pt x="5577" y="10113"/>
                </a:lnTo>
                <a:lnTo>
                  <a:pt x="5577" y="10712"/>
                </a:lnTo>
                <a:cubicBezTo>
                  <a:pt x="5577" y="11248"/>
                  <a:pt x="6049" y="11720"/>
                  <a:pt x="6616" y="11720"/>
                </a:cubicBezTo>
                <a:lnTo>
                  <a:pt x="9357" y="11720"/>
                </a:lnTo>
                <a:cubicBezTo>
                  <a:pt x="9924" y="11720"/>
                  <a:pt x="10397" y="11248"/>
                  <a:pt x="10397" y="10712"/>
                </a:cubicBezTo>
                <a:lnTo>
                  <a:pt x="10397" y="10113"/>
                </a:lnTo>
                <a:cubicBezTo>
                  <a:pt x="10806" y="9200"/>
                  <a:pt x="11058" y="8160"/>
                  <a:pt x="11058" y="7026"/>
                </a:cubicBezTo>
                <a:lnTo>
                  <a:pt x="11058" y="5892"/>
                </a:lnTo>
                <a:cubicBezTo>
                  <a:pt x="11058" y="5325"/>
                  <a:pt x="10617" y="4884"/>
                  <a:pt x="10019" y="4884"/>
                </a:cubicBezTo>
                <a:cubicBezTo>
                  <a:pt x="9924" y="4884"/>
                  <a:pt x="9767" y="4915"/>
                  <a:pt x="9641" y="4947"/>
                </a:cubicBezTo>
                <a:cubicBezTo>
                  <a:pt x="9546" y="4632"/>
                  <a:pt x="9326" y="4379"/>
                  <a:pt x="9011" y="4253"/>
                </a:cubicBezTo>
                <a:lnTo>
                  <a:pt x="9011" y="2080"/>
                </a:lnTo>
                <a:lnTo>
                  <a:pt x="9357" y="2080"/>
                </a:lnTo>
                <a:cubicBezTo>
                  <a:pt x="9546" y="2080"/>
                  <a:pt x="9735" y="1922"/>
                  <a:pt x="9735" y="1733"/>
                </a:cubicBezTo>
                <a:lnTo>
                  <a:pt x="9735" y="347"/>
                </a:lnTo>
                <a:cubicBezTo>
                  <a:pt x="9735" y="158"/>
                  <a:pt x="9546" y="0"/>
                  <a:pt x="9357" y="0"/>
                </a:cubicBezTo>
                <a:lnTo>
                  <a:pt x="7971" y="0"/>
                </a:lnTo>
                <a:cubicBezTo>
                  <a:pt x="7782" y="0"/>
                  <a:pt x="7624" y="158"/>
                  <a:pt x="7624" y="347"/>
                </a:cubicBezTo>
                <a:lnTo>
                  <a:pt x="7624" y="693"/>
                </a:lnTo>
                <a:lnTo>
                  <a:pt x="2080" y="693"/>
                </a:lnTo>
                <a:lnTo>
                  <a:pt x="2080" y="347"/>
                </a:lnTo>
                <a:cubicBezTo>
                  <a:pt x="2080" y="158"/>
                  <a:pt x="1922" y="0"/>
                  <a:pt x="17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">
            <a:extLst>
              <a:ext uri="{FF2B5EF4-FFF2-40B4-BE49-F238E27FC236}">
                <a16:creationId xmlns:a16="http://schemas.microsoft.com/office/drawing/2014/main" id="{FCD993F1-BA5F-BC80-3FD2-1F59CB8B3429}"/>
              </a:ext>
            </a:extLst>
          </p:cNvPr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">
            <a:extLst>
              <a:ext uri="{FF2B5EF4-FFF2-40B4-BE49-F238E27FC236}">
                <a16:creationId xmlns:a16="http://schemas.microsoft.com/office/drawing/2014/main" id="{C9660D65-A3DF-7958-4CED-CCAE54DA426A}"/>
              </a:ext>
            </a:extLst>
          </p:cNvPr>
          <p:cNvSpPr txBox="1"/>
          <p:nvPr/>
        </p:nvSpPr>
        <p:spPr>
          <a:xfrm>
            <a:off x="797825" y="499325"/>
            <a:ext cx="57015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MX" sz="30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Comando de </a:t>
            </a:r>
            <a:r>
              <a:rPr lang="es-ES" sz="3000" dirty="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Git</a:t>
            </a:r>
            <a:endParaRPr sz="3000" dirty="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37" name="Google Shape;237;p1">
            <a:extLst>
              <a:ext uri="{FF2B5EF4-FFF2-40B4-BE49-F238E27FC236}">
                <a16:creationId xmlns:a16="http://schemas.microsoft.com/office/drawing/2014/main" id="{5FEEBAF0-39F7-976F-428F-5460969F795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7130" y="1823379"/>
            <a:ext cx="3572875" cy="149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">
            <a:extLst>
              <a:ext uri="{FF2B5EF4-FFF2-40B4-BE49-F238E27FC236}">
                <a16:creationId xmlns:a16="http://schemas.microsoft.com/office/drawing/2014/main" id="{68547E53-84E5-2735-7923-39A390D5F29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52230" t="15863" b="16431"/>
          <a:stretch/>
        </p:blipFill>
        <p:spPr>
          <a:xfrm>
            <a:off x="6761185" y="3902689"/>
            <a:ext cx="3572875" cy="21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">
            <a:extLst>
              <a:ext uri="{FF2B5EF4-FFF2-40B4-BE49-F238E27FC236}">
                <a16:creationId xmlns:a16="http://schemas.microsoft.com/office/drawing/2014/main" id="{8BAEF4FF-F25C-8C2F-4003-EBBDB7C3012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59625" y="6166100"/>
            <a:ext cx="12338525" cy="7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">
            <a:extLst>
              <a:ext uri="{FF2B5EF4-FFF2-40B4-BE49-F238E27FC236}">
                <a16:creationId xmlns:a16="http://schemas.microsoft.com/office/drawing/2014/main" id="{12892631-32AC-E40F-6D86-62673E1CE98C}"/>
              </a:ext>
            </a:extLst>
          </p:cNvPr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n 2" descr="Pantalla de computadora con letras&#10;&#10;El contenido generado por IA puede ser incorrecto.">
            <a:extLst>
              <a:ext uri="{FF2B5EF4-FFF2-40B4-BE49-F238E27FC236}">
                <a16:creationId xmlns:a16="http://schemas.microsoft.com/office/drawing/2014/main" id="{630E533E-4121-B380-B8B1-3B924A1C36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0360" y="1099459"/>
            <a:ext cx="3314909" cy="500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933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>
          <a:extLst>
            <a:ext uri="{FF2B5EF4-FFF2-40B4-BE49-F238E27FC236}">
              <a16:creationId xmlns:a16="http://schemas.microsoft.com/office/drawing/2014/main" id="{F9D070E9-728F-0B2C-5C6F-D02E9C5E0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">
            <a:extLst>
              <a:ext uri="{FF2B5EF4-FFF2-40B4-BE49-F238E27FC236}">
                <a16:creationId xmlns:a16="http://schemas.microsoft.com/office/drawing/2014/main" id="{E1C4F63B-4206-446A-F2B1-F9F8D157E2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">
            <a:extLst>
              <a:ext uri="{FF2B5EF4-FFF2-40B4-BE49-F238E27FC236}">
                <a16:creationId xmlns:a16="http://schemas.microsoft.com/office/drawing/2014/main" id="{0923E910-77F4-62FF-6A77-A8031FD53447}"/>
              </a:ext>
            </a:extLst>
          </p:cNvPr>
          <p:cNvSpPr/>
          <p:nvPr/>
        </p:nvSpPr>
        <p:spPr>
          <a:xfrm>
            <a:off x="8323568" y="2180892"/>
            <a:ext cx="448111" cy="518303"/>
          </a:xfrm>
          <a:custGeom>
            <a:avLst/>
            <a:gdLst/>
            <a:ahLst/>
            <a:cxnLst/>
            <a:rect l="l" t="t" r="r" b="b"/>
            <a:pathLst>
              <a:path w="11059" h="11721" extrusionOk="0">
                <a:moveTo>
                  <a:pt x="1418" y="693"/>
                </a:moveTo>
                <a:lnTo>
                  <a:pt x="1418" y="1387"/>
                </a:lnTo>
                <a:lnTo>
                  <a:pt x="725" y="1387"/>
                </a:lnTo>
                <a:lnTo>
                  <a:pt x="725" y="693"/>
                </a:lnTo>
                <a:close/>
                <a:moveTo>
                  <a:pt x="9011" y="693"/>
                </a:moveTo>
                <a:lnTo>
                  <a:pt x="9011" y="1387"/>
                </a:lnTo>
                <a:lnTo>
                  <a:pt x="8349" y="1387"/>
                </a:lnTo>
                <a:lnTo>
                  <a:pt x="8349" y="693"/>
                </a:lnTo>
                <a:close/>
                <a:moveTo>
                  <a:pt x="7656" y="1324"/>
                </a:moveTo>
                <a:lnTo>
                  <a:pt x="7656" y="1670"/>
                </a:lnTo>
                <a:cubicBezTo>
                  <a:pt x="7656" y="1891"/>
                  <a:pt x="7813" y="2048"/>
                  <a:pt x="8034" y="2048"/>
                </a:cubicBezTo>
                <a:lnTo>
                  <a:pt x="8381" y="2048"/>
                </a:lnTo>
                <a:lnTo>
                  <a:pt x="8381" y="4222"/>
                </a:lnTo>
                <a:cubicBezTo>
                  <a:pt x="8255" y="4253"/>
                  <a:pt x="8160" y="4316"/>
                  <a:pt x="8034" y="4411"/>
                </a:cubicBezTo>
                <a:cubicBezTo>
                  <a:pt x="7845" y="4243"/>
                  <a:pt x="7614" y="4159"/>
                  <a:pt x="7369" y="4159"/>
                </a:cubicBezTo>
                <a:cubicBezTo>
                  <a:pt x="7246" y="4159"/>
                  <a:pt x="7120" y="4180"/>
                  <a:pt x="6994" y="4222"/>
                </a:cubicBezTo>
                <a:lnTo>
                  <a:pt x="6994" y="3088"/>
                </a:lnTo>
                <a:cubicBezTo>
                  <a:pt x="6994" y="2552"/>
                  <a:pt x="6522" y="2080"/>
                  <a:pt x="5986" y="2080"/>
                </a:cubicBezTo>
                <a:cubicBezTo>
                  <a:pt x="5419" y="2080"/>
                  <a:pt x="4947" y="2552"/>
                  <a:pt x="4947" y="3088"/>
                </a:cubicBezTo>
                <a:lnTo>
                  <a:pt x="4947" y="6459"/>
                </a:lnTo>
                <a:lnTo>
                  <a:pt x="4789" y="6301"/>
                </a:lnTo>
                <a:cubicBezTo>
                  <a:pt x="4600" y="6097"/>
                  <a:pt x="4340" y="5994"/>
                  <a:pt x="4076" y="5994"/>
                </a:cubicBezTo>
                <a:cubicBezTo>
                  <a:pt x="3812" y="5994"/>
                  <a:pt x="3545" y="6097"/>
                  <a:pt x="3340" y="6301"/>
                </a:cubicBezTo>
                <a:cubicBezTo>
                  <a:pt x="2962" y="6679"/>
                  <a:pt x="2962" y="7341"/>
                  <a:pt x="3340" y="7751"/>
                </a:cubicBezTo>
                <a:lnTo>
                  <a:pt x="3812" y="8223"/>
                </a:lnTo>
                <a:lnTo>
                  <a:pt x="2111" y="8223"/>
                </a:lnTo>
                <a:lnTo>
                  <a:pt x="2111" y="7908"/>
                </a:lnTo>
                <a:cubicBezTo>
                  <a:pt x="2111" y="7719"/>
                  <a:pt x="1954" y="7561"/>
                  <a:pt x="1765" y="7561"/>
                </a:cubicBezTo>
                <a:lnTo>
                  <a:pt x="1418" y="7561"/>
                </a:lnTo>
                <a:lnTo>
                  <a:pt x="1418" y="2048"/>
                </a:lnTo>
                <a:lnTo>
                  <a:pt x="1765" y="2048"/>
                </a:lnTo>
                <a:cubicBezTo>
                  <a:pt x="1954" y="2048"/>
                  <a:pt x="2111" y="1891"/>
                  <a:pt x="2111" y="1670"/>
                </a:cubicBezTo>
                <a:lnTo>
                  <a:pt x="2111" y="1324"/>
                </a:lnTo>
                <a:close/>
                <a:moveTo>
                  <a:pt x="1418" y="8255"/>
                </a:moveTo>
                <a:lnTo>
                  <a:pt x="1418" y="8948"/>
                </a:lnTo>
                <a:lnTo>
                  <a:pt x="725" y="8948"/>
                </a:lnTo>
                <a:lnTo>
                  <a:pt x="725" y="8255"/>
                </a:lnTo>
                <a:close/>
                <a:moveTo>
                  <a:pt x="5955" y="2836"/>
                </a:moveTo>
                <a:cubicBezTo>
                  <a:pt x="6144" y="2836"/>
                  <a:pt x="6301" y="2993"/>
                  <a:pt x="6301" y="3182"/>
                </a:cubicBezTo>
                <a:lnTo>
                  <a:pt x="6301" y="6616"/>
                </a:lnTo>
                <a:cubicBezTo>
                  <a:pt x="6301" y="6805"/>
                  <a:pt x="6459" y="6963"/>
                  <a:pt x="6648" y="6963"/>
                </a:cubicBezTo>
                <a:cubicBezTo>
                  <a:pt x="6837" y="6963"/>
                  <a:pt x="6994" y="6805"/>
                  <a:pt x="6994" y="6616"/>
                </a:cubicBezTo>
                <a:lnTo>
                  <a:pt x="6994" y="5230"/>
                </a:lnTo>
                <a:cubicBezTo>
                  <a:pt x="6994" y="5041"/>
                  <a:pt x="7152" y="4884"/>
                  <a:pt x="7372" y="4884"/>
                </a:cubicBezTo>
                <a:cubicBezTo>
                  <a:pt x="7561" y="4884"/>
                  <a:pt x="7719" y="5041"/>
                  <a:pt x="7719" y="5230"/>
                </a:cubicBezTo>
                <a:lnTo>
                  <a:pt x="7719" y="6616"/>
                </a:lnTo>
                <a:cubicBezTo>
                  <a:pt x="7719" y="6805"/>
                  <a:pt x="7876" y="6963"/>
                  <a:pt x="8066" y="6963"/>
                </a:cubicBezTo>
                <a:cubicBezTo>
                  <a:pt x="8255" y="6963"/>
                  <a:pt x="8412" y="6805"/>
                  <a:pt x="8412" y="6616"/>
                </a:cubicBezTo>
                <a:lnTo>
                  <a:pt x="8412" y="5230"/>
                </a:lnTo>
                <a:cubicBezTo>
                  <a:pt x="8412" y="5041"/>
                  <a:pt x="8570" y="4884"/>
                  <a:pt x="8790" y="4884"/>
                </a:cubicBezTo>
                <a:cubicBezTo>
                  <a:pt x="8979" y="4884"/>
                  <a:pt x="9137" y="5041"/>
                  <a:pt x="9137" y="5230"/>
                </a:cubicBezTo>
                <a:lnTo>
                  <a:pt x="9137" y="6616"/>
                </a:lnTo>
                <a:cubicBezTo>
                  <a:pt x="9137" y="6805"/>
                  <a:pt x="9294" y="6963"/>
                  <a:pt x="9483" y="6963"/>
                </a:cubicBezTo>
                <a:cubicBezTo>
                  <a:pt x="9672" y="6963"/>
                  <a:pt x="9830" y="6805"/>
                  <a:pt x="9830" y="6616"/>
                </a:cubicBezTo>
                <a:lnTo>
                  <a:pt x="9830" y="5955"/>
                </a:lnTo>
                <a:cubicBezTo>
                  <a:pt x="9704" y="5703"/>
                  <a:pt x="9861" y="5545"/>
                  <a:pt x="10019" y="5545"/>
                </a:cubicBezTo>
                <a:cubicBezTo>
                  <a:pt x="10239" y="5545"/>
                  <a:pt x="10397" y="5703"/>
                  <a:pt x="10397" y="5892"/>
                </a:cubicBezTo>
                <a:lnTo>
                  <a:pt x="10397" y="7057"/>
                </a:lnTo>
                <a:cubicBezTo>
                  <a:pt x="10397" y="8003"/>
                  <a:pt x="10176" y="8885"/>
                  <a:pt x="9830" y="9672"/>
                </a:cubicBezTo>
                <a:lnTo>
                  <a:pt x="6144" y="9672"/>
                </a:lnTo>
                <a:lnTo>
                  <a:pt x="3812" y="7372"/>
                </a:lnTo>
                <a:cubicBezTo>
                  <a:pt x="3686" y="7246"/>
                  <a:pt x="3686" y="6994"/>
                  <a:pt x="3812" y="6900"/>
                </a:cubicBezTo>
                <a:cubicBezTo>
                  <a:pt x="3875" y="6837"/>
                  <a:pt x="3962" y="6805"/>
                  <a:pt x="4049" y="6805"/>
                </a:cubicBezTo>
                <a:cubicBezTo>
                  <a:pt x="4135" y="6805"/>
                  <a:pt x="4222" y="6837"/>
                  <a:pt x="4285" y="6900"/>
                </a:cubicBezTo>
                <a:lnTo>
                  <a:pt x="5010" y="7593"/>
                </a:lnTo>
                <a:cubicBezTo>
                  <a:pt x="5075" y="7659"/>
                  <a:pt x="5163" y="7690"/>
                  <a:pt x="5251" y="7690"/>
                </a:cubicBezTo>
                <a:cubicBezTo>
                  <a:pt x="5415" y="7690"/>
                  <a:pt x="5577" y="7578"/>
                  <a:pt x="5577" y="7372"/>
                </a:cubicBezTo>
                <a:lnTo>
                  <a:pt x="5577" y="3182"/>
                </a:lnTo>
                <a:cubicBezTo>
                  <a:pt x="5577" y="2993"/>
                  <a:pt x="5734" y="2836"/>
                  <a:pt x="5955" y="2836"/>
                </a:cubicBezTo>
                <a:close/>
                <a:moveTo>
                  <a:pt x="9672" y="10302"/>
                </a:moveTo>
                <a:lnTo>
                  <a:pt x="9672" y="10680"/>
                </a:lnTo>
                <a:cubicBezTo>
                  <a:pt x="9704" y="10869"/>
                  <a:pt x="9546" y="11027"/>
                  <a:pt x="9357" y="11027"/>
                </a:cubicBezTo>
                <a:lnTo>
                  <a:pt x="6616" y="11027"/>
                </a:lnTo>
                <a:cubicBezTo>
                  <a:pt x="6396" y="11027"/>
                  <a:pt x="6238" y="10869"/>
                  <a:pt x="6238" y="10680"/>
                </a:cubicBezTo>
                <a:lnTo>
                  <a:pt x="6238" y="10302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0" y="1922"/>
                  <a:pt x="158" y="2080"/>
                  <a:pt x="347" y="2080"/>
                </a:cubicBezTo>
                <a:lnTo>
                  <a:pt x="693" y="2080"/>
                </a:lnTo>
                <a:lnTo>
                  <a:pt x="693" y="7593"/>
                </a:lnTo>
                <a:lnTo>
                  <a:pt x="347" y="7593"/>
                </a:lnTo>
                <a:cubicBezTo>
                  <a:pt x="158" y="7593"/>
                  <a:pt x="0" y="7751"/>
                  <a:pt x="0" y="7940"/>
                </a:cubicBezTo>
                <a:lnTo>
                  <a:pt x="0" y="9326"/>
                </a:lnTo>
                <a:cubicBezTo>
                  <a:pt x="0" y="9515"/>
                  <a:pt x="158" y="9672"/>
                  <a:pt x="347" y="9672"/>
                </a:cubicBezTo>
                <a:lnTo>
                  <a:pt x="1733" y="9672"/>
                </a:lnTo>
                <a:cubicBezTo>
                  <a:pt x="1922" y="9672"/>
                  <a:pt x="2080" y="9515"/>
                  <a:pt x="2080" y="9326"/>
                </a:cubicBezTo>
                <a:lnTo>
                  <a:pt x="2080" y="8979"/>
                </a:lnTo>
                <a:lnTo>
                  <a:pt x="4442" y="8979"/>
                </a:lnTo>
                <a:lnTo>
                  <a:pt x="5577" y="10113"/>
                </a:lnTo>
                <a:lnTo>
                  <a:pt x="5577" y="10712"/>
                </a:lnTo>
                <a:cubicBezTo>
                  <a:pt x="5577" y="11248"/>
                  <a:pt x="6049" y="11720"/>
                  <a:pt x="6616" y="11720"/>
                </a:cubicBezTo>
                <a:lnTo>
                  <a:pt x="9357" y="11720"/>
                </a:lnTo>
                <a:cubicBezTo>
                  <a:pt x="9924" y="11720"/>
                  <a:pt x="10397" y="11248"/>
                  <a:pt x="10397" y="10712"/>
                </a:cubicBezTo>
                <a:lnTo>
                  <a:pt x="10397" y="10113"/>
                </a:lnTo>
                <a:cubicBezTo>
                  <a:pt x="10806" y="9200"/>
                  <a:pt x="11058" y="8160"/>
                  <a:pt x="11058" y="7026"/>
                </a:cubicBezTo>
                <a:lnTo>
                  <a:pt x="11058" y="5892"/>
                </a:lnTo>
                <a:cubicBezTo>
                  <a:pt x="11058" y="5325"/>
                  <a:pt x="10617" y="4884"/>
                  <a:pt x="10019" y="4884"/>
                </a:cubicBezTo>
                <a:cubicBezTo>
                  <a:pt x="9924" y="4884"/>
                  <a:pt x="9767" y="4915"/>
                  <a:pt x="9641" y="4947"/>
                </a:cubicBezTo>
                <a:cubicBezTo>
                  <a:pt x="9546" y="4632"/>
                  <a:pt x="9326" y="4379"/>
                  <a:pt x="9011" y="4253"/>
                </a:cubicBezTo>
                <a:lnTo>
                  <a:pt x="9011" y="2080"/>
                </a:lnTo>
                <a:lnTo>
                  <a:pt x="9357" y="2080"/>
                </a:lnTo>
                <a:cubicBezTo>
                  <a:pt x="9546" y="2080"/>
                  <a:pt x="9735" y="1922"/>
                  <a:pt x="9735" y="1733"/>
                </a:cubicBezTo>
                <a:lnTo>
                  <a:pt x="9735" y="347"/>
                </a:lnTo>
                <a:cubicBezTo>
                  <a:pt x="9735" y="158"/>
                  <a:pt x="9546" y="0"/>
                  <a:pt x="9357" y="0"/>
                </a:cubicBezTo>
                <a:lnTo>
                  <a:pt x="7971" y="0"/>
                </a:lnTo>
                <a:cubicBezTo>
                  <a:pt x="7782" y="0"/>
                  <a:pt x="7624" y="158"/>
                  <a:pt x="7624" y="347"/>
                </a:cubicBezTo>
                <a:lnTo>
                  <a:pt x="7624" y="693"/>
                </a:lnTo>
                <a:lnTo>
                  <a:pt x="2080" y="693"/>
                </a:lnTo>
                <a:lnTo>
                  <a:pt x="2080" y="347"/>
                </a:lnTo>
                <a:cubicBezTo>
                  <a:pt x="2080" y="158"/>
                  <a:pt x="1922" y="0"/>
                  <a:pt x="17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">
            <a:extLst>
              <a:ext uri="{FF2B5EF4-FFF2-40B4-BE49-F238E27FC236}">
                <a16:creationId xmlns:a16="http://schemas.microsoft.com/office/drawing/2014/main" id="{8467ACAD-27B2-135C-15DC-CD70012F94F7}"/>
              </a:ext>
            </a:extLst>
          </p:cNvPr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">
            <a:extLst>
              <a:ext uri="{FF2B5EF4-FFF2-40B4-BE49-F238E27FC236}">
                <a16:creationId xmlns:a16="http://schemas.microsoft.com/office/drawing/2014/main" id="{B1F69704-CA70-D4BF-8F9F-D066FC94B8AB}"/>
              </a:ext>
            </a:extLst>
          </p:cNvPr>
          <p:cNvSpPr txBox="1"/>
          <p:nvPr/>
        </p:nvSpPr>
        <p:spPr>
          <a:xfrm>
            <a:off x="797825" y="499325"/>
            <a:ext cx="57015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MX" sz="30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Comando de </a:t>
            </a:r>
            <a:r>
              <a:rPr lang="es-ES" sz="3000" dirty="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Git</a:t>
            </a:r>
            <a:endParaRPr sz="3000" dirty="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37" name="Google Shape;237;p1">
            <a:extLst>
              <a:ext uri="{FF2B5EF4-FFF2-40B4-BE49-F238E27FC236}">
                <a16:creationId xmlns:a16="http://schemas.microsoft.com/office/drawing/2014/main" id="{18D6237E-D129-8727-D8CD-F9158D8BF5C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7130" y="1823379"/>
            <a:ext cx="3572875" cy="149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">
            <a:extLst>
              <a:ext uri="{FF2B5EF4-FFF2-40B4-BE49-F238E27FC236}">
                <a16:creationId xmlns:a16="http://schemas.microsoft.com/office/drawing/2014/main" id="{F60BFB11-918C-30B5-6A80-32C718F636A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52230" t="15863" b="16431"/>
          <a:stretch/>
        </p:blipFill>
        <p:spPr>
          <a:xfrm>
            <a:off x="6761185" y="3902689"/>
            <a:ext cx="3572875" cy="21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">
            <a:extLst>
              <a:ext uri="{FF2B5EF4-FFF2-40B4-BE49-F238E27FC236}">
                <a16:creationId xmlns:a16="http://schemas.microsoft.com/office/drawing/2014/main" id="{728205D0-4146-F045-05AA-4CD80AEAC5C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59625" y="6166100"/>
            <a:ext cx="12338525" cy="7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">
            <a:extLst>
              <a:ext uri="{FF2B5EF4-FFF2-40B4-BE49-F238E27FC236}">
                <a16:creationId xmlns:a16="http://schemas.microsoft.com/office/drawing/2014/main" id="{4CF4E468-1338-519A-4C1C-248FC2F915CB}"/>
              </a:ext>
            </a:extLst>
          </p:cNvPr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Imagen 1" descr="Texto&#10;&#10;El contenido generado por IA puede ser incorrecto.">
            <a:extLst>
              <a:ext uri="{FF2B5EF4-FFF2-40B4-BE49-F238E27FC236}">
                <a16:creationId xmlns:a16="http://schemas.microsoft.com/office/drawing/2014/main" id="{67577B33-9BC1-9DE3-9575-892A8A96AE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818" y="1099459"/>
            <a:ext cx="3863453" cy="499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94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48AFE903-6BBC-D5AB-CE29-126F2CCC7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ae66c03690_0_30">
            <a:extLst>
              <a:ext uri="{FF2B5EF4-FFF2-40B4-BE49-F238E27FC236}">
                <a16:creationId xmlns:a16="http://schemas.microsoft.com/office/drawing/2014/main" id="{1D331CCB-5E52-C1C6-A644-6D7709B6B3B8}"/>
              </a:ext>
            </a:extLst>
          </p:cNvPr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g2ae66c03690_0_30">
            <a:extLst>
              <a:ext uri="{FF2B5EF4-FFF2-40B4-BE49-F238E27FC236}">
                <a16:creationId xmlns:a16="http://schemas.microsoft.com/office/drawing/2014/main" id="{6511D44B-8576-2288-B3F0-5366D6AA50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2ae66c03690_0_30">
            <a:extLst>
              <a:ext uri="{FF2B5EF4-FFF2-40B4-BE49-F238E27FC236}">
                <a16:creationId xmlns:a16="http://schemas.microsoft.com/office/drawing/2014/main" id="{901A7E62-85ED-06A2-F77B-ED657D1DFC22}"/>
              </a:ext>
            </a:extLst>
          </p:cNvPr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g2ae66c03690_0_30">
            <a:extLst>
              <a:ext uri="{FF2B5EF4-FFF2-40B4-BE49-F238E27FC236}">
                <a16:creationId xmlns:a16="http://schemas.microsoft.com/office/drawing/2014/main" id="{F6A8F985-7958-7F58-AA1D-8B149B0E5AA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59625" y="6166100"/>
            <a:ext cx="12338525" cy="7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2ae66c03690_0_30">
            <a:extLst>
              <a:ext uri="{FF2B5EF4-FFF2-40B4-BE49-F238E27FC236}">
                <a16:creationId xmlns:a16="http://schemas.microsoft.com/office/drawing/2014/main" id="{30500120-9DC8-D3D8-5FBB-0F4974FBBC50}"/>
              </a:ext>
            </a:extLst>
          </p:cNvPr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7520A2F-8FD9-20F0-5499-B4BD90C76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393" y="1644945"/>
            <a:ext cx="7336200" cy="4156628"/>
          </a:xfrm>
          <a:prstGeom prst="rect">
            <a:avLst/>
          </a:prstGeom>
        </p:spPr>
      </p:pic>
      <p:sp>
        <p:nvSpPr>
          <p:cNvPr id="4" name="Google Shape;301;g2ae66c03690_0_30">
            <a:extLst>
              <a:ext uri="{FF2B5EF4-FFF2-40B4-BE49-F238E27FC236}">
                <a16:creationId xmlns:a16="http://schemas.microsoft.com/office/drawing/2014/main" id="{08F0C657-3F61-81E8-6776-65510E8000B3}"/>
              </a:ext>
            </a:extLst>
          </p:cNvPr>
          <p:cNvSpPr txBox="1"/>
          <p:nvPr/>
        </p:nvSpPr>
        <p:spPr>
          <a:xfrm>
            <a:off x="797825" y="499325"/>
            <a:ext cx="7336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MX" sz="30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Entendiendo como trabajar con</a:t>
            </a:r>
            <a:endParaRPr sz="3000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 dirty="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Git</a:t>
            </a:r>
            <a:endParaRPr sz="3000" dirty="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641828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CF1E6816-DCF5-9290-7486-BB78E2F84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ae66c03690_0_30">
            <a:extLst>
              <a:ext uri="{FF2B5EF4-FFF2-40B4-BE49-F238E27FC236}">
                <a16:creationId xmlns:a16="http://schemas.microsoft.com/office/drawing/2014/main" id="{BACE3857-142A-C354-C427-0494B658F17C}"/>
              </a:ext>
            </a:extLst>
          </p:cNvPr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g2ae66c03690_0_30">
            <a:extLst>
              <a:ext uri="{FF2B5EF4-FFF2-40B4-BE49-F238E27FC236}">
                <a16:creationId xmlns:a16="http://schemas.microsoft.com/office/drawing/2014/main" id="{CD2F11CD-0345-3BB0-DE80-4FE121149B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2ae66c03690_0_30">
            <a:extLst>
              <a:ext uri="{FF2B5EF4-FFF2-40B4-BE49-F238E27FC236}">
                <a16:creationId xmlns:a16="http://schemas.microsoft.com/office/drawing/2014/main" id="{202B61E6-5DEA-DA9E-61BE-7DA71BCA5B02}"/>
              </a:ext>
            </a:extLst>
          </p:cNvPr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2ae66c03690_0_30">
            <a:extLst>
              <a:ext uri="{FF2B5EF4-FFF2-40B4-BE49-F238E27FC236}">
                <a16:creationId xmlns:a16="http://schemas.microsoft.com/office/drawing/2014/main" id="{B82D3438-FA3B-9959-DA44-6B3D88E903F9}"/>
              </a:ext>
            </a:extLst>
          </p:cNvPr>
          <p:cNvSpPr txBox="1"/>
          <p:nvPr/>
        </p:nvSpPr>
        <p:spPr>
          <a:xfrm>
            <a:off x="797825" y="499325"/>
            <a:ext cx="7336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MX" sz="30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Entendiendo como trabajar con</a:t>
            </a:r>
            <a:endParaRPr sz="3000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 dirty="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Git</a:t>
            </a:r>
            <a:endParaRPr sz="3000" dirty="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03" name="Google Shape;303;g2ae66c03690_0_30">
            <a:extLst>
              <a:ext uri="{FF2B5EF4-FFF2-40B4-BE49-F238E27FC236}">
                <a16:creationId xmlns:a16="http://schemas.microsoft.com/office/drawing/2014/main" id="{1899B48F-B4B3-8B55-BEB5-C6CB611D3F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59625" y="6166100"/>
            <a:ext cx="12338525" cy="7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2ae66c03690_0_30">
            <a:extLst>
              <a:ext uri="{FF2B5EF4-FFF2-40B4-BE49-F238E27FC236}">
                <a16:creationId xmlns:a16="http://schemas.microsoft.com/office/drawing/2014/main" id="{D903EF5B-6C57-80E5-9898-1E1BF0BAE82A}"/>
              </a:ext>
            </a:extLst>
          </p:cNvPr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68B8A89-C51E-5BBF-BB48-03E708B512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7541" y="1332735"/>
            <a:ext cx="7766562" cy="483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637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C0A90638-279C-4F9C-276D-BC6D1197F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ae66c03690_0_30">
            <a:extLst>
              <a:ext uri="{FF2B5EF4-FFF2-40B4-BE49-F238E27FC236}">
                <a16:creationId xmlns:a16="http://schemas.microsoft.com/office/drawing/2014/main" id="{0398C552-C57C-87EF-3BC9-7C37E6B6BADC}"/>
              </a:ext>
            </a:extLst>
          </p:cNvPr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g2ae66c03690_0_30">
            <a:extLst>
              <a:ext uri="{FF2B5EF4-FFF2-40B4-BE49-F238E27FC236}">
                <a16:creationId xmlns:a16="http://schemas.microsoft.com/office/drawing/2014/main" id="{4B4EB929-8631-1CC2-6663-3BF3C2D273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2ae66c03690_0_30">
            <a:extLst>
              <a:ext uri="{FF2B5EF4-FFF2-40B4-BE49-F238E27FC236}">
                <a16:creationId xmlns:a16="http://schemas.microsoft.com/office/drawing/2014/main" id="{B2567B66-B4A9-54BE-0B0E-F68356623070}"/>
              </a:ext>
            </a:extLst>
          </p:cNvPr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2ae66c03690_0_30">
            <a:extLst>
              <a:ext uri="{FF2B5EF4-FFF2-40B4-BE49-F238E27FC236}">
                <a16:creationId xmlns:a16="http://schemas.microsoft.com/office/drawing/2014/main" id="{9ADA9E14-DF54-4F0F-3156-BDF3159A7616}"/>
              </a:ext>
            </a:extLst>
          </p:cNvPr>
          <p:cNvSpPr txBox="1"/>
          <p:nvPr/>
        </p:nvSpPr>
        <p:spPr>
          <a:xfrm>
            <a:off x="797825" y="499325"/>
            <a:ext cx="7336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MX" sz="30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Entendiendo Ramas en</a:t>
            </a:r>
            <a:endParaRPr sz="3000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 dirty="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Git</a:t>
            </a:r>
            <a:endParaRPr sz="3000" dirty="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03" name="Google Shape;303;g2ae66c03690_0_30">
            <a:extLst>
              <a:ext uri="{FF2B5EF4-FFF2-40B4-BE49-F238E27FC236}">
                <a16:creationId xmlns:a16="http://schemas.microsoft.com/office/drawing/2014/main" id="{3D9E1506-56BD-4355-B014-5361FC8E32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59625" y="6166100"/>
            <a:ext cx="12338525" cy="7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2ae66c03690_0_30">
            <a:extLst>
              <a:ext uri="{FF2B5EF4-FFF2-40B4-BE49-F238E27FC236}">
                <a16:creationId xmlns:a16="http://schemas.microsoft.com/office/drawing/2014/main" id="{A4CF0B5D-8CF5-2482-72E5-CD08475C278E}"/>
              </a:ext>
            </a:extLst>
          </p:cNvPr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549AA6-5D05-D1CA-4E62-E21C847134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7862" y="1302775"/>
            <a:ext cx="829627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69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>
          <a:extLst>
            <a:ext uri="{FF2B5EF4-FFF2-40B4-BE49-F238E27FC236}">
              <a16:creationId xmlns:a16="http://schemas.microsoft.com/office/drawing/2014/main" id="{BE6437A9-67D9-74E3-9247-722945269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ae66c03690_0_30">
            <a:extLst>
              <a:ext uri="{FF2B5EF4-FFF2-40B4-BE49-F238E27FC236}">
                <a16:creationId xmlns:a16="http://schemas.microsoft.com/office/drawing/2014/main" id="{1240A791-DA95-BEDD-A14F-7D775E8E1D3B}"/>
              </a:ext>
            </a:extLst>
          </p:cNvPr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g2ae66c03690_0_30">
            <a:extLst>
              <a:ext uri="{FF2B5EF4-FFF2-40B4-BE49-F238E27FC236}">
                <a16:creationId xmlns:a16="http://schemas.microsoft.com/office/drawing/2014/main" id="{BE0985C8-A07B-ADB2-30A2-3068157943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2ae66c03690_0_30">
            <a:extLst>
              <a:ext uri="{FF2B5EF4-FFF2-40B4-BE49-F238E27FC236}">
                <a16:creationId xmlns:a16="http://schemas.microsoft.com/office/drawing/2014/main" id="{6CC9F175-1244-1AC5-57A7-5C5B8F895057}"/>
              </a:ext>
            </a:extLst>
          </p:cNvPr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2ae66c03690_0_30">
            <a:extLst>
              <a:ext uri="{FF2B5EF4-FFF2-40B4-BE49-F238E27FC236}">
                <a16:creationId xmlns:a16="http://schemas.microsoft.com/office/drawing/2014/main" id="{B7D5D11D-8E8E-2335-6E1E-815D8683ADFB}"/>
              </a:ext>
            </a:extLst>
          </p:cNvPr>
          <p:cNvSpPr txBox="1"/>
          <p:nvPr/>
        </p:nvSpPr>
        <p:spPr>
          <a:xfrm>
            <a:off x="797825" y="499325"/>
            <a:ext cx="7336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MX" sz="30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Entendiendo Ramas en</a:t>
            </a:r>
            <a:endParaRPr sz="3000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 dirty="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Git</a:t>
            </a:r>
            <a:endParaRPr sz="3000" dirty="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03" name="Google Shape;303;g2ae66c03690_0_30">
            <a:extLst>
              <a:ext uri="{FF2B5EF4-FFF2-40B4-BE49-F238E27FC236}">
                <a16:creationId xmlns:a16="http://schemas.microsoft.com/office/drawing/2014/main" id="{544F3CF0-E82A-B54F-C9E8-A94EF580E3E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59625" y="6166100"/>
            <a:ext cx="12338525" cy="7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2ae66c03690_0_30">
            <a:extLst>
              <a:ext uri="{FF2B5EF4-FFF2-40B4-BE49-F238E27FC236}">
                <a16:creationId xmlns:a16="http://schemas.microsoft.com/office/drawing/2014/main" id="{4F93380C-D346-9C8E-988A-87F203AB4078}"/>
              </a:ext>
            </a:extLst>
          </p:cNvPr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0B0A54-81D9-4FC3-02FF-1351E0C60B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1437" y="1647825"/>
            <a:ext cx="4429125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353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45"/>
          <p:cNvPicPr preferRelativeResize="0"/>
          <p:nvPr/>
        </p:nvPicPr>
        <p:blipFill rotWithShape="1">
          <a:blip r:embed="rId3">
            <a:alphaModFix/>
          </a:blip>
          <a:srcRect l="279"/>
          <a:stretch/>
        </p:blipFill>
        <p:spPr>
          <a:xfrm>
            <a:off x="0" y="0"/>
            <a:ext cx="122089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336" y="228924"/>
            <a:ext cx="1580776" cy="7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647" y="5452500"/>
            <a:ext cx="1165550" cy="11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5"/>
          <p:cNvSpPr txBox="1"/>
          <p:nvPr/>
        </p:nvSpPr>
        <p:spPr>
          <a:xfrm>
            <a:off x="248325" y="2298300"/>
            <a:ext cx="3191100" cy="18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3300" b="1" i="0" u="none" strike="noStrike" cap="none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TEMA </a:t>
            </a:r>
            <a:r>
              <a:rPr lang="es-ES" sz="3300" b="1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3300" b="1" i="0" u="none" strike="noStrike" cap="none">
              <a:solidFill>
                <a:srgbClr val="2A8B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endParaRPr sz="36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Control de versiones: Git Hub </a:t>
            </a:r>
            <a:endParaRPr sz="15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9" name="Google Shape;249;p45"/>
          <p:cNvPicPr preferRelativeResize="0"/>
          <p:nvPr/>
        </p:nvPicPr>
        <p:blipFill rotWithShape="1">
          <a:blip r:embed="rId6">
            <a:alphaModFix/>
          </a:blip>
          <a:srcRect r="11276"/>
          <a:stretch/>
        </p:blipFill>
        <p:spPr>
          <a:xfrm>
            <a:off x="3439425" y="0"/>
            <a:ext cx="875257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5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g2ada6b3ec75_0_1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2ada6b3ec75_0_168"/>
          <p:cNvSpPr txBox="1"/>
          <p:nvPr/>
        </p:nvSpPr>
        <p:spPr>
          <a:xfrm>
            <a:off x="797825" y="1720500"/>
            <a:ext cx="5606400" cy="41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latin typeface="Montserrat"/>
                <a:ea typeface="Montserrat"/>
                <a:cs typeface="Montserrat"/>
                <a:sym typeface="Montserrat"/>
              </a:rPr>
              <a:t>Conceptos Clave: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latin typeface="Montserrat"/>
                <a:ea typeface="Montserrat"/>
                <a:cs typeface="Montserrat"/>
                <a:sym typeface="Montserrat"/>
              </a:rPr>
              <a:t>Repositorios Remotos:</a:t>
            </a:r>
            <a:r>
              <a:rPr lang="es-ES" sz="1500">
                <a:latin typeface="Montserrat"/>
                <a:ea typeface="Montserrat"/>
                <a:cs typeface="Montserrat"/>
                <a:sym typeface="Montserrat"/>
              </a:rPr>
              <a:t> Almacenamiento de código en la nube.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latin typeface="Montserrat"/>
                <a:ea typeface="Montserrat"/>
                <a:cs typeface="Montserrat"/>
                <a:sym typeface="Montserrat"/>
              </a:rPr>
              <a:t>Pull Requests:</a:t>
            </a:r>
            <a:r>
              <a:rPr lang="es-ES" sz="1500">
                <a:latin typeface="Montserrat"/>
                <a:ea typeface="Montserrat"/>
                <a:cs typeface="Montserrat"/>
                <a:sym typeface="Montserrat"/>
              </a:rPr>
              <a:t> Proceso de revisión y aprobación de cambios.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latin typeface="Montserrat"/>
                <a:ea typeface="Montserrat"/>
                <a:cs typeface="Montserrat"/>
                <a:sym typeface="Montserrat"/>
              </a:rPr>
              <a:t>Colaboración:</a:t>
            </a:r>
            <a:r>
              <a:rPr lang="es-ES" sz="1500">
                <a:latin typeface="Montserrat"/>
                <a:ea typeface="Montserrat"/>
                <a:cs typeface="Montserrat"/>
                <a:sym typeface="Montserrat"/>
              </a:rPr>
              <a:t> Herramientas para trabajar en equipo, como issues y wikis.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latin typeface="Montserrat"/>
                <a:ea typeface="Montserrat"/>
                <a:cs typeface="Montserrat"/>
                <a:sym typeface="Montserrat"/>
              </a:rPr>
              <a:t>Beneficios: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Montserrat"/>
                <a:ea typeface="Montserrat"/>
                <a:cs typeface="Montserrat"/>
                <a:sym typeface="Montserrat"/>
              </a:rPr>
              <a:t>Facilita la colaboración en proyectos de código abierto.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Montserrat"/>
                <a:ea typeface="Montserrat"/>
                <a:cs typeface="Montserrat"/>
                <a:sym typeface="Montserrat"/>
              </a:rPr>
              <a:t>Proporciona herramientas para la gestión de proyectos.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Montserrat"/>
                <a:ea typeface="Montserrat"/>
                <a:cs typeface="Montserrat"/>
                <a:sym typeface="Montserrat"/>
              </a:rPr>
              <a:t>Asegura la disponibilidad y seguridad del código.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latin typeface="Montserrat"/>
                <a:ea typeface="Montserrat"/>
                <a:cs typeface="Montserrat"/>
                <a:sym typeface="Montserrat"/>
              </a:rPr>
              <a:t>Aplicaciones Prácticas: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Montserrat"/>
                <a:ea typeface="Montserrat"/>
                <a:cs typeface="Montserrat"/>
                <a:sym typeface="Montserrat"/>
              </a:rPr>
              <a:t>Crear y clonar repositorios en GitHub.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Montserrat"/>
                <a:ea typeface="Montserrat"/>
                <a:cs typeface="Montserrat"/>
                <a:sym typeface="Montserrat"/>
              </a:rPr>
              <a:t>Realizar y gestionar pull requests.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>
                <a:latin typeface="Montserrat"/>
                <a:ea typeface="Montserrat"/>
                <a:cs typeface="Montserrat"/>
                <a:sym typeface="Montserrat"/>
              </a:rPr>
              <a:t>Usar issues para seguimiento de tareas y problemas.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g2ada6b3ec75_0_168"/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2ada6b3ec75_0_168"/>
          <p:cNvSpPr txBox="1"/>
          <p:nvPr/>
        </p:nvSpPr>
        <p:spPr>
          <a:xfrm>
            <a:off x="797825" y="499325"/>
            <a:ext cx="5701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Control de versiones:</a:t>
            </a:r>
            <a:endParaRPr sz="300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Git Hub</a:t>
            </a:r>
            <a:endParaRPr sz="30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59" name="Google Shape;259;g2ada6b3ec75_0_168"/>
          <p:cNvPicPr preferRelativeResize="0"/>
          <p:nvPr/>
        </p:nvPicPr>
        <p:blipFill rotWithShape="1">
          <a:blip r:embed="rId4">
            <a:alphaModFix/>
          </a:blip>
          <a:srcRect l="17353" r="17308"/>
          <a:stretch/>
        </p:blipFill>
        <p:spPr>
          <a:xfrm>
            <a:off x="7185075" y="2078300"/>
            <a:ext cx="3942374" cy="33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2ada6b3ec75_0_16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59625" y="6166100"/>
            <a:ext cx="12338525" cy="7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2ada6b3ec75_0_168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2ada6b3ec75_0_242"/>
          <p:cNvPicPr preferRelativeResize="0"/>
          <p:nvPr/>
        </p:nvPicPr>
        <p:blipFill rotWithShape="1">
          <a:blip r:embed="rId3">
            <a:alphaModFix/>
          </a:blip>
          <a:srcRect l="279"/>
          <a:stretch/>
        </p:blipFill>
        <p:spPr>
          <a:xfrm>
            <a:off x="0" y="0"/>
            <a:ext cx="122089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2ada6b3ec75_0_2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336" y="228924"/>
            <a:ext cx="1580776" cy="7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2ada6b3ec75_0_2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647" y="5452500"/>
            <a:ext cx="1165550" cy="11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2ada6b3ec75_0_242"/>
          <p:cNvSpPr txBox="1"/>
          <p:nvPr/>
        </p:nvSpPr>
        <p:spPr>
          <a:xfrm>
            <a:off x="248325" y="2298300"/>
            <a:ext cx="3191100" cy="18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3300" b="1" i="0" u="none" strike="noStrike" cap="none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TEMA </a:t>
            </a:r>
            <a:r>
              <a:rPr lang="es-ES" sz="3300" b="1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3300" b="1" i="0" u="none" strike="noStrike" cap="none">
              <a:solidFill>
                <a:srgbClr val="2A8B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endParaRPr sz="36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Verificación del rendimiento de la web</a:t>
            </a:r>
            <a:endParaRPr sz="15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0" name="Google Shape;270;g2ada6b3ec75_0_242"/>
          <p:cNvPicPr preferRelativeResize="0"/>
          <p:nvPr/>
        </p:nvPicPr>
        <p:blipFill rotWithShape="1">
          <a:blip r:embed="rId6">
            <a:alphaModFix/>
          </a:blip>
          <a:srcRect r="11276"/>
          <a:stretch/>
        </p:blipFill>
        <p:spPr>
          <a:xfrm>
            <a:off x="3439425" y="0"/>
            <a:ext cx="875257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2ada6b3ec75_0_242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2ada6b3ec75_0_2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2ada6b3ec75_0_251"/>
          <p:cNvSpPr txBox="1"/>
          <p:nvPr/>
        </p:nvSpPr>
        <p:spPr>
          <a:xfrm>
            <a:off x="797825" y="1859370"/>
            <a:ext cx="5457060" cy="330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1500" b="1" dirty="0">
                <a:latin typeface="Montserrat"/>
                <a:ea typeface="Montserrat"/>
                <a:cs typeface="Montserrat"/>
                <a:sym typeface="Montserrat"/>
              </a:rPr>
              <a:t>Usa un CDN (Content </a:t>
            </a:r>
            <a:r>
              <a:rPr lang="es-MX" sz="1500" b="1" dirty="0" err="1">
                <a:latin typeface="Montserrat"/>
                <a:ea typeface="Montserrat"/>
                <a:cs typeface="Montserrat"/>
                <a:sym typeface="Montserrat"/>
              </a:rPr>
              <a:t>Delivery</a:t>
            </a:r>
            <a:r>
              <a:rPr lang="es-MX" sz="1500" b="1" dirty="0">
                <a:latin typeface="Montserrat"/>
                <a:ea typeface="Montserrat"/>
                <a:cs typeface="Montserrat"/>
                <a:sym typeface="Montserrat"/>
              </a:rPr>
              <a:t> Network):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Carga tus scripts, imágenes y fuentes desde un CDN global para mejorar velocidad según la región.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MX"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PE" sz="1500" dirty="0">
                <a:latin typeface="Montserrat"/>
                <a:ea typeface="Montserrat"/>
                <a:cs typeface="Montserrat"/>
                <a:sym typeface="Montserrat"/>
              </a:rPr>
              <a:t>Evita usar !</a:t>
            </a:r>
            <a:r>
              <a:rPr lang="es-PE" sz="1500" dirty="0" err="1">
                <a:latin typeface="Montserrat"/>
                <a:ea typeface="Montserrat"/>
                <a:cs typeface="Montserrat"/>
                <a:sym typeface="Montserrat"/>
              </a:rPr>
              <a:t>important</a:t>
            </a:r>
            <a:r>
              <a:rPr lang="es-PE" sz="1500" dirty="0">
                <a:latin typeface="Montserrat"/>
                <a:ea typeface="Montserrat"/>
                <a:cs typeface="Montserrat"/>
                <a:sym typeface="Montserrat"/>
              </a:rPr>
              <a:t> y grandes hojas de estilo CSS no usadas.</a:t>
            </a: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PE"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Reduce uso de librerías innecesarias.</a:t>
            </a: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No usar más de 2 jerarquías en tu CSS.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g2ada6b3ec75_0_251"/>
          <p:cNvSpPr/>
          <p:nvPr/>
        </p:nvSpPr>
        <p:spPr>
          <a:xfrm>
            <a:off x="11393100" y="64210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000F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g2ada6b3ec75_0_251"/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2ada6b3ec75_0_251"/>
          <p:cNvSpPr txBox="1"/>
          <p:nvPr/>
        </p:nvSpPr>
        <p:spPr>
          <a:xfrm>
            <a:off x="797825" y="499325"/>
            <a:ext cx="7336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Verificación del</a:t>
            </a:r>
            <a:endParaRPr sz="300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rendimiento de la web</a:t>
            </a:r>
            <a:endParaRPr sz="30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026" name="Picture 2" descr="Por qué es necesario la optimización SEO de su sitio Web?">
            <a:extLst>
              <a:ext uri="{FF2B5EF4-FFF2-40B4-BE49-F238E27FC236}">
                <a16:creationId xmlns:a16="http://schemas.microsoft.com/office/drawing/2014/main" id="{DCF1E276-7D7F-8B52-4818-0430FA268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481" y="1702161"/>
            <a:ext cx="5007388" cy="375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g1ee9218af08_0_6"/>
          <p:cNvPicPr preferRelativeResize="0"/>
          <p:nvPr/>
        </p:nvPicPr>
        <p:blipFill rotWithShape="1">
          <a:blip r:embed="rId3">
            <a:alphaModFix/>
          </a:blip>
          <a:srcRect l="279"/>
          <a:stretch/>
        </p:blipFill>
        <p:spPr>
          <a:xfrm>
            <a:off x="0" y="0"/>
            <a:ext cx="122089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g1ee9218af08_0_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336" y="228924"/>
            <a:ext cx="1580776" cy="7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1ee9218af08_0_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647" y="5452500"/>
            <a:ext cx="1165550" cy="11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1ee9218af08_0_6"/>
          <p:cNvSpPr txBox="1"/>
          <p:nvPr/>
        </p:nvSpPr>
        <p:spPr>
          <a:xfrm>
            <a:off x="248325" y="2298300"/>
            <a:ext cx="3191100" cy="18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3300" b="1" i="0" u="none" strike="noStrike" cap="none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TEMA </a:t>
            </a:r>
            <a:r>
              <a:rPr lang="es-ES" sz="3300" b="1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3300" b="1" i="0" u="none" strike="noStrike" cap="none">
              <a:solidFill>
                <a:srgbClr val="2A8B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endParaRPr sz="36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Optimización del código web</a:t>
            </a:r>
            <a:endParaRPr sz="15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1" name="Google Shape;291;g1ee9218af08_0_6"/>
          <p:cNvPicPr preferRelativeResize="0"/>
          <p:nvPr/>
        </p:nvPicPr>
        <p:blipFill rotWithShape="1">
          <a:blip r:embed="rId6">
            <a:alphaModFix/>
          </a:blip>
          <a:srcRect r="11276"/>
          <a:stretch/>
        </p:blipFill>
        <p:spPr>
          <a:xfrm>
            <a:off x="3439425" y="0"/>
            <a:ext cx="875257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1ee9218af08_0_6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ae66c03690_0_30"/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g2ae66c03690_0_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2ae66c03690_0_30"/>
          <p:cNvSpPr txBox="1"/>
          <p:nvPr/>
        </p:nvSpPr>
        <p:spPr>
          <a:xfrm>
            <a:off x="797825" y="1637175"/>
            <a:ext cx="6097200" cy="364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Conceptos Clave: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dirty="0" err="1">
                <a:latin typeface="Montserrat"/>
                <a:ea typeface="Montserrat"/>
                <a:cs typeface="Montserrat"/>
                <a:sym typeface="Montserrat"/>
              </a:rPr>
              <a:t>Minificación</a:t>
            </a: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: Reducción del tamaño de archivos CSS, JS y HTML.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Eliminación de Código Muerto: Identificación y eliminación de código no utilizado.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Beneficios: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Reduce el tiempo de carga y el consumo de recursos.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Mejora la experiencia de usuario.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Aumenta la eficiencia y mantenibilidad del código.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Aplicaciones Prácticas: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dirty="0" err="1">
                <a:latin typeface="Montserrat"/>
                <a:ea typeface="Montserrat"/>
                <a:cs typeface="Montserrat"/>
                <a:sym typeface="Montserrat"/>
              </a:rPr>
              <a:t>Minificar</a:t>
            </a: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 archivos CSS y JS usando herramientas como </a:t>
            </a:r>
            <a:r>
              <a:rPr lang="es-ES" sz="1500" dirty="0" err="1">
                <a:latin typeface="Montserrat"/>
                <a:ea typeface="Montserrat"/>
                <a:cs typeface="Montserrat"/>
                <a:sym typeface="Montserrat"/>
              </a:rPr>
              <a:t>UglifyJS</a:t>
            </a: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Revisar y eliminar código no utilizado regularmente.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g2ae66c03690_0_30"/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2ae66c03690_0_30"/>
          <p:cNvSpPr txBox="1"/>
          <p:nvPr/>
        </p:nvSpPr>
        <p:spPr>
          <a:xfrm>
            <a:off x="797825" y="499325"/>
            <a:ext cx="7336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Optimización del</a:t>
            </a:r>
            <a:endParaRPr sz="300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código web</a:t>
            </a:r>
            <a:endParaRPr sz="30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02" name="Google Shape;302;g2ae66c03690_0_30"/>
          <p:cNvPicPr preferRelativeResize="0"/>
          <p:nvPr/>
        </p:nvPicPr>
        <p:blipFill rotWithShape="1">
          <a:blip r:embed="rId4">
            <a:alphaModFix/>
          </a:blip>
          <a:srcRect l="29799"/>
          <a:stretch/>
        </p:blipFill>
        <p:spPr>
          <a:xfrm>
            <a:off x="7381350" y="1497363"/>
            <a:ext cx="4011750" cy="43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g2ae66c03690_0_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59625" y="6166100"/>
            <a:ext cx="12338525" cy="7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2ae66c03690_0_30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g2aec3b0e815_0_5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86287"/>
            <a:ext cx="4395700" cy="6944276"/>
          </a:xfrm>
          <a:prstGeom prst="rect">
            <a:avLst/>
          </a:prstGeom>
          <a:noFill/>
          <a:ln>
            <a:noFill/>
          </a:ln>
          <a:effectLst>
            <a:reflection endPos="35000" dist="38100" dir="5400000" fadeDir="5400012" sy="-100000" algn="bl" rotWithShape="0"/>
          </a:effectLst>
        </p:spPr>
      </p:pic>
      <p:pic>
        <p:nvPicPr>
          <p:cNvPr id="310" name="Google Shape;310;g2aec3b0e815_0_5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72150" y="-148025"/>
            <a:ext cx="4567849" cy="837572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2aec3b0e815_0_551"/>
          <p:cNvSpPr/>
          <p:nvPr/>
        </p:nvSpPr>
        <p:spPr>
          <a:xfrm>
            <a:off x="11416034" y="645600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18.</a:t>
            </a:r>
            <a:endParaRPr sz="13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g2aec3b0e815_0_551"/>
          <p:cNvSpPr txBox="1"/>
          <p:nvPr/>
        </p:nvSpPr>
        <p:spPr>
          <a:xfrm>
            <a:off x="438900" y="1510400"/>
            <a:ext cx="3568550" cy="151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ES" sz="4100" b="0" i="0" u="none" strike="noStrike" cap="none" dirty="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CASO</a:t>
            </a:r>
            <a:r>
              <a:rPr lang="es-ES" sz="4100" b="0" i="0" u="none" strike="noStrike" cap="none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s-ES" sz="4100" b="0" i="0" u="none" strike="noStrike" cap="none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PRÁCTICO 5</a:t>
            </a:r>
            <a:r>
              <a:rPr lang="es-ES" sz="4100" b="0" i="0" u="none" strike="noStrike" cap="none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endParaRPr sz="4100" b="0" i="0" u="none" strike="noStrike" cap="none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13" name="Google Shape;313;g2aec3b0e815_0_5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2225" y="5270375"/>
            <a:ext cx="1226575" cy="1403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g2aec3b0e815_0_551"/>
          <p:cNvCxnSpPr/>
          <p:nvPr/>
        </p:nvCxnSpPr>
        <p:spPr>
          <a:xfrm flipH="1">
            <a:off x="290300" y="1180925"/>
            <a:ext cx="9900" cy="2624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5" name="Google Shape;315;g2aec3b0e815_0_551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-ES" sz="1300" b="1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000F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6" name="Google Shape;316;g2aec3b0e815_0_5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47738" y="19597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2aec3b0e815_0_551"/>
          <p:cNvSpPr txBox="1"/>
          <p:nvPr/>
        </p:nvSpPr>
        <p:spPr>
          <a:xfrm>
            <a:off x="5116525" y="1741475"/>
            <a:ext cx="64497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2aec3b0e815_0_551"/>
          <p:cNvSpPr txBox="1"/>
          <p:nvPr/>
        </p:nvSpPr>
        <p:spPr>
          <a:xfrm>
            <a:off x="5081875" y="2117575"/>
            <a:ext cx="6892500" cy="2539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dirty="0">
                <a:latin typeface="Montserrat"/>
                <a:ea typeface="Montserrat"/>
                <a:cs typeface="Montserrat"/>
                <a:sym typeface="Montserrat"/>
              </a:rPr>
              <a:t>Carla es una desarrolladora web en la empresa DEVLAB. La empresa ha sido contratada por una prestigiosa institución educativa para implementar un control de versiones a su aplicación web y capacitar al personal indicado de como usarlo. El objetivo es tener controlado los cambios que se realice en su página desde el código y archivos.</a:t>
            </a:r>
            <a:endParaRPr sz="17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 dirty="0">
                <a:latin typeface="Montserrat"/>
                <a:ea typeface="Montserrat"/>
                <a:cs typeface="Montserrat"/>
                <a:sym typeface="Montserrat"/>
              </a:rPr>
              <a:t>¡Ayuda a Carla a implementar su control de versiones para la institución educativa!</a:t>
            </a:r>
            <a:endParaRPr sz="17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g2aec3b0e815_0_551"/>
          <p:cNvSpPr txBox="1"/>
          <p:nvPr/>
        </p:nvSpPr>
        <p:spPr>
          <a:xfrm>
            <a:off x="5149222" y="1248875"/>
            <a:ext cx="63843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S" sz="20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Implementación de un Control de Versiones</a:t>
            </a:r>
            <a:endParaRPr sz="2000" b="0" i="0" u="none" strike="noStrike" cap="none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1689" y="3797644"/>
            <a:ext cx="3533018" cy="2279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8508" y="0"/>
            <a:ext cx="12229014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7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-ES" sz="1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lang="es-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4506" y="-24382"/>
            <a:ext cx="12269304" cy="6882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651</Words>
  <Application>Microsoft Office PowerPoint</Application>
  <PresentationFormat>Panorámica</PresentationFormat>
  <Paragraphs>121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21</vt:i4>
      </vt:variant>
    </vt:vector>
  </HeadingPairs>
  <TitlesOfParts>
    <vt:vector size="31" baseType="lpstr">
      <vt:lpstr>Montserrat SemiBold</vt:lpstr>
      <vt:lpstr>IBM Plex Mono Medium</vt:lpstr>
      <vt:lpstr>Calibri</vt:lpstr>
      <vt:lpstr>Montserrat Medium</vt:lpstr>
      <vt:lpstr>Montserrat ExtraBold</vt:lpstr>
      <vt:lpstr>Montserrat</vt:lpstr>
      <vt:lpstr>Arial</vt:lpstr>
      <vt:lpstr>Poppins</vt:lpstr>
      <vt:lpstr>Tema de Office</vt:lpstr>
      <vt:lpstr>Tema de Office</vt:lpstr>
      <vt:lpstr>Presentación de PowerPoint</vt:lpstr>
      <vt:lpstr>REVIEW DE LA SESIÓN ANTERIOR</vt:lpstr>
      <vt:lpstr>SESIÓN 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Giancarlos Barboza N.</dc:creator>
  <cp:lastModifiedBy>BARBOZA NIETO, GIANCARLOS</cp:lastModifiedBy>
  <cp:revision>11</cp:revision>
  <dcterms:modified xsi:type="dcterms:W3CDTF">2025-08-09T06:14:28Z</dcterms:modified>
</cp:coreProperties>
</file>